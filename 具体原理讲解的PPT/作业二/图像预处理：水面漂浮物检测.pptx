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94" r:id="rId2"/>
    <p:sldId id="297" r:id="rId3"/>
    <p:sldId id="328" r:id="rId4"/>
    <p:sldId id="332" r:id="rId5"/>
    <p:sldId id="370" r:id="rId6"/>
    <p:sldId id="329" r:id="rId7"/>
    <p:sldId id="337" r:id="rId8"/>
    <p:sldId id="359" r:id="rId9"/>
    <p:sldId id="353" r:id="rId10"/>
    <p:sldId id="362" r:id="rId11"/>
    <p:sldId id="360" r:id="rId12"/>
    <p:sldId id="361" r:id="rId13"/>
    <p:sldId id="363" r:id="rId14"/>
    <p:sldId id="364" r:id="rId15"/>
    <p:sldId id="365" r:id="rId16"/>
    <p:sldId id="366" r:id="rId17"/>
    <p:sldId id="331" r:id="rId18"/>
    <p:sldId id="348" r:id="rId19"/>
    <p:sldId id="368" r:id="rId20"/>
    <p:sldId id="369" r:id="rId21"/>
    <p:sldId id="367" r:id="rId22"/>
    <p:sldId id="330" r:id="rId23"/>
    <p:sldId id="356" r:id="rId24"/>
    <p:sldId id="326" r:id="rId2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12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02T07:20:10.912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78,'35'0,"14"2,1-3,-1-3,81-14,-83 4,-30 8,0 1,31-5,7 4,153-10,35 17,-212-1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02T07:20:13.248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812 112,'-70'1,"-81"-3,133 0,0-1,0-1,-31-12,26 9,-36-8,11 9,-51 1,50 3,24 0,1-2,1-1,-40-13,-12-3,102 33,292 87,382 67,-551-142,-122-24,-28 0,0-1,0 1,0 0,0 0,0 0,0-1,0 1,1 0,-1 0,0 0,0-1,0 1,0 0,0 0,0-1,0 1,0 0,0 0,0 0,-1-1,1 1,0 0,0 0,0 0,0-1,0 1,0 0,0 0,0 0,-1 0,1-1,0 1,0 0,0 0,0 0,-1 0,1 0,0-1,0 1,0 0,0 0,-1 0,1 0,0 0,0 0,-1 0,1 0,0 0,0 0,-1 0,-48-23,-302-109,-15 30,344 98,-6-3,-1 2,-1 1,-36 0,65 4,-1 0,1-1,0 1,0 1,0-1,0 0,0 0,0 0,0 0,0 1,-1-1,1 1,0-1,0 1,0-1,1 1,-1-1,-1 2,2-2,-1 1,1-1,0 1,0-1,0 1,0-1,0 1,0-1,0 1,1-1,-1 1,0-1,0 1,0-1,0 1,1-1,-1 1,0-1,0 1,1-1,-1 0,0 1,1-1,-1 0,0 1,1 0,5 3,-1 1,1-1,0 0,10 5,33 14,2-2,58 15,-70-24,111 32,2-7,2-7,208 15,-339-43,-14-1,1 0,0 0,0-1,-1-1,19-2,-28 3,1 0,-1 0,0 0,1 0,-1 0,0 0,0 0,1 0,-1 0,0-1,1 1,-1 0,0 0,0 0,1 0,-1 0,0-1,0 1,1 0,-1 0,0 0,0-1,1 1,-1 0,0-1,0 1,0 0,0 0,0-1,1 1,-1 0,0-1,0 1,0 0,0 0,0-1,0 1,0 0,0-1,0 1,0 0,0-1,0 1,0 0,-1-1,1 1,0 0,0 0,0-1,0 1,0 0,-1-1,-13-12,14 13,-15-11,0 1,-1 1,0 0,-21-8,-75-23,79 29,-25-6,-1 2,0 2,-1 3,-62-2,16 9,-155 14,201-6,-1 4,-96 25,157-34,0 0,-1 0,1 0,0 0,0 0,-1 0,1 0,0 0,0 0,-1 0,1 0,0 0,0 0,0 0,-1 1,1-1,0 0,0 0,0 0,0 0,-1 0,1 1,0-1,0 0,0 0,0 0,0 1,0-1,-1 0,1 0,0 0,0 1,0-1,0 0,0 0,0 0,0 1,0-1,0 0,0 0,0 1,0-1,0 0,0 0,0 1,11 7,23 7,-33-15,98 34,130 25,109 2,-167-35,281 5,-428-33,-24 2,0 0,0 0,0 0,-1 0,1 0,0 0,0 0,0 0,0 0,0 0,0 0,0 0,0 0,0 0,0 0,0 0,-1 0,1 0,0 0,0-1,0 1,0 0,0 0,0 0,0 0,0 0,0 0,0 0,0 0,0 0,0 0,0-1,0 1,0 0,0 0,0 0,0 0,0 0,0 0,0 0,0 0,0 0,0-1,0 1,0 0,0 0,0 0,0 0,1 0,-1 0,0 0,0 0,0 0,0 0,0 0,0 0,0 0,0 0,0-1,0 1,0 0,1 0,-36-10,29 8,-152-36,-1 6,-2 8,0 6,-199 5,329 14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02T07:20:17.957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DCE8AD-0069-48CB-ACD6-9E6ADB8737C2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E75BDA-ECC5-4AE1-BC4B-61E0F2B984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55934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49D3E0-124D-4DFF-AE99-4EA4CC201DB4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9202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49D3E0-124D-4DFF-AE99-4EA4CC201DB4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93797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49D3E0-124D-4DFF-AE99-4EA4CC201DB4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17910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49D3E0-124D-4DFF-AE99-4EA4CC201DB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52249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29890F-D750-30FC-B40D-BEF86E787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B2C29A0-A3C9-6F0C-525E-D315F2839E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4074DCE-DC77-52D9-37E6-B0F5801039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7DED9CE-40D9-35FA-F3BE-C156D3CE61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49D3E0-124D-4DFF-AE99-4EA4CC201DB4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31705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49D3E0-124D-4DFF-AE99-4EA4CC201DB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17910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49D3E0-124D-4DFF-AE99-4EA4CC201DB4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81055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5B71AB-9087-C90C-B299-7A2B5603E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4B5A29B-5A6E-5987-E420-2AE6607C42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C04D31E-16F3-0FA0-CEB5-29D6EB26E6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AEE58BC-C815-D0AE-6DF1-C46A32ABE0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49D3E0-124D-4DFF-AE99-4EA4CC201DB4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58652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AC13B1-98C3-ED1D-4F15-65ADCF3E7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90951A4-2D43-E064-0A83-1CCD7DFE97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46A7CD1-C7BD-C130-B67D-8B55ADBE50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54CD7A6-B9C9-C7DA-09F2-4EB72B9EE0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49D3E0-124D-4DFF-AE99-4EA4CC201DB4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24826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3A016-4B34-0B84-CACD-E511D8AD3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C437B3F-C3B2-69CE-DC42-4FF21CC952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F2E88A7-3FE2-7CFA-505B-3DFE25DF35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411F32E-5F54-6E05-522F-4EF680A215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49D3E0-124D-4DFF-AE99-4EA4CC201DB4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514886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BBD12C-816E-F1C0-3B9C-FA06290884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48D4BED-4C71-7EA9-0EC3-6079F588D6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B23793C-8B91-18FF-18D5-927B7EC074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E2C5845-5354-B39F-7DE3-3D19D69147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49D3E0-124D-4DFF-AE99-4EA4CC201DB4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34995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4A28E-F553-A084-4B73-7E53B080F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BDE42B6-8CFF-9D3F-9A38-76DAAD9E97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B397C6B-E480-AAE0-E229-0F5E7E58BB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DF837ED-44E8-06F8-38B9-4938A02057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49D3E0-124D-4DFF-AE99-4EA4CC201DB4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74720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3C09CA-CE1A-17D8-794A-D7822C3CB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FDE21BA-CBE5-67C1-04D4-288A0EBA5D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9F9EDF1-B1F2-A930-CC1E-20D787708A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BB46334-A2EF-3E1A-17B9-73B1B4175B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49D3E0-124D-4DFF-AE99-4EA4CC201DB4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509295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3C4AAE-FD32-C0B7-8883-7858713AD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B83ECD1-9C26-3DBD-8E0D-E37316C283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0054B8C-A809-C3E7-6D4D-CE0442B17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94B4741-7CF4-0B4D-073D-A9361D793B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49D3E0-124D-4DFF-AE99-4EA4CC201DB4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342681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A745CB-57FF-89C7-551A-A6E93587C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2AA8931-C4DE-F0CD-68C0-24A0997048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7D1CCB8-8F2C-46E5-8404-0F17FA75A8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065CA91-FFEF-A65C-CC33-8C0B395F04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49D3E0-124D-4DFF-AE99-4EA4CC201DB4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360469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0F97D8-6508-E046-45C6-C7276DCA9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70DBDCB-3A81-BDFB-4451-4D973BD6A8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0A49910-834F-E017-0243-7B7FD636F4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B9257FB-3FC1-914D-02C8-69E25F39DC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49D3E0-124D-4DFF-AE99-4EA4CC201DB4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06061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49D3E0-124D-4DFF-AE99-4EA4CC201DB4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179108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49D3E0-124D-4DFF-AE99-4EA4CC201DB4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095615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C62D34-E15D-B0AF-513B-D6A5B5EC2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E031B75-EF52-5B1E-7370-9503699556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952380F-75FE-029B-2543-C3892C5FC0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1062B7A-8DF9-C97F-98A0-DEF953CFE6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49D3E0-124D-4DFF-AE99-4EA4CC201DB4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222293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C1E3AA-7E17-9A19-45D3-1AF324F05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9BFB2AF-FAD6-1FBF-90D2-60FF43791F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27171D5-8DED-BCBB-A70A-F1035DE090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84065BE-2191-D2EE-5DD8-E746F003E2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49D3E0-124D-4DFF-AE99-4EA4CC201DB4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506226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BEC618-2F72-310B-9585-D97FF9654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A192318-2AA1-A0F6-25D2-560EDD88E2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CBBB0EE-E9E2-EA96-E834-9774320315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90CB8D5-62A4-E7E2-8382-50C7C13E4D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49D3E0-124D-4DFF-AE99-4EA4CC201DB4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559492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49D3E0-124D-4DFF-AE99-4EA4CC201DB4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179108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498EC-2DF3-1256-97AF-D57351D4D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E721CCE-94E8-90E9-DB4F-103232734D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D156C99-00AB-FBE5-14F2-7B85622300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A248430-15DE-1657-0DED-D547C4CE18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49D3E0-124D-4DFF-AE99-4EA4CC201DB4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449229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49D3E0-124D-4DFF-AE99-4EA4CC201DB4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22797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11404F-FB03-395D-DB85-A095D591EC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78EC545-2BE5-14CA-94B2-442E6A206A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E038C20-CAD9-4BE7-FD6F-65D6D7C90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E50BA-5B88-4B54-8B35-F455F8429494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88D544-A980-B3C2-1672-E2403A772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7F9CEE-75A5-AB0F-2B7F-D249C725E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F7832-B3E0-4B87-8436-055F13547A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35620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9FCEF0-C4BD-7824-773D-12F407AFD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A0FE5DA-A2B8-1A2B-2536-453F022EC6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B9F9A83-0161-398A-38F8-5ABEDA7FD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E50BA-5B88-4B54-8B35-F455F8429494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6A9D2A8-78E5-D5FF-169D-137B5D68B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F79C567-4FE4-A30B-45BF-25F9DA668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F7832-B3E0-4B87-8436-055F13547A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4215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B400AA-3A06-063C-1F32-3B71A7A79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F4128BB-EB35-7C44-E361-BECE9CAC15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842794-6E18-1CE0-5DB3-D93C64812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E50BA-5B88-4B54-8B35-F455F8429494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FBF9616-EF58-6E14-FEA7-688524885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AB77FA7-810B-9D16-4DD0-F62B70A9F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F7832-B3E0-4B87-8436-055F13547A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49296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8597D0-859C-6A23-CA00-4BCCD0BB3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EE7A19-8738-86BF-673F-A6B10C66DF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DCEE2FB-41A4-9E0F-B176-DDB4001857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E992A33-8F50-EC2F-46FC-AB2AAF4A7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E50BA-5B88-4B54-8B35-F455F8429494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381322B-1FBC-454C-6B29-0BE5CDC2E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11271B1-2D07-40BA-4798-1BE7C1A9D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F7832-B3E0-4B87-8436-055F13547A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18489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A2AF88-5526-2A1D-4B82-B02E65CF5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0817E58-3354-950A-27AA-7458C3B961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233FA6D-B6F8-F75E-76CE-2E86948BD1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57482A9-A112-BAEC-248A-C7BEA208DD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1881FCE-9F89-53D9-8A70-EB3117D4C8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8C4EBE3-A103-B819-69D8-098ACE113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E50BA-5B88-4B54-8B35-F455F8429494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1E0AE17-5098-E7B0-C3FF-A78B0A0E6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5B33904-6CDF-C3B6-D277-42D633C89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F7832-B3E0-4B87-8436-055F13547A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81264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B0108E-5A2F-9FA7-9EDA-AA26CFDA5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0ABE9B0-5F19-2D4E-92CC-138699D75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E50BA-5B88-4B54-8B35-F455F8429494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4303DA9-77F3-4C35-4958-10B06BF72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72247CD-429E-0DFB-47EB-609D1D555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F7832-B3E0-4B87-8436-055F13547A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2066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21BC930-9CBB-0B6D-5D53-10087D48A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E50BA-5B88-4B54-8B35-F455F8429494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C2FB788-BE15-D919-A634-4580263C6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1BD3B93-E037-BFE6-2AAB-DDE928C02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F7832-B3E0-4B87-8436-055F13547A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62448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4D7D56-3CA6-F36B-7197-148A6770F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5FB8F5F-43BA-8B60-D620-8029E8A098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23144EF-04EF-8E21-7814-ADC099C011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A813ABA-56F1-BAF1-80F8-C46F18243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E50BA-5B88-4B54-8B35-F455F8429494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E852E5C-8E61-96D0-37DB-A291C1053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7BECF5C-7CD9-9C51-F2D7-67F4203BC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F7832-B3E0-4B87-8436-055F13547A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02639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E6F523-09FE-E6D9-E7C2-B0574B1F42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68A751A-0B1B-9859-75BF-62548752B7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4C76CD2-8DBA-52FE-C6F5-D3E0084DBC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95EC4E4-0CA7-D594-7560-F771DDE2F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E50BA-5B88-4B54-8B35-F455F8429494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635B83-175C-FB21-8BD7-4D2D41E10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6A23B38-0477-F92E-D0B6-78766D7DD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F7832-B3E0-4B87-8436-055F13547A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9949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68FA39-EB2D-5A02-3A02-229B7C47A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E913C9F-DDC7-82D2-A75E-433567BBE6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6FDC4BB-4F8B-F1E1-77EA-1F13C3D4D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E50BA-5B88-4B54-8B35-F455F8429494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C306938-632A-82B0-578B-BC94A3782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2CCA5AF-262C-709E-752A-25CEEFFA3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F7832-B3E0-4B87-8436-055F13547A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9307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9B159A2-5E66-43B7-6A2F-ACEF5A2BF0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330E510-8002-3D56-2DF8-00F6B348C7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5DBD279-CA3D-F7AB-78A1-95695378B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E50BA-5B88-4B54-8B35-F455F8429494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6A09006-4E4C-52E3-7EB6-25DF09E13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5703F5A-368F-7537-70A3-A7A12619A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F7832-B3E0-4B87-8436-055F13547A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13921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88930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EDBD55E-E7F3-9169-238E-33D2FFE75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0BB33A1-44D5-ADD4-F39C-B6AF25B956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E8DA159-130E-DEDA-6F46-E96186B33C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EE50BA-5B88-4B54-8B35-F455F8429494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02C8860-A5A5-46D5-5676-3C8866071A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D70EEF6-EB32-A887-D788-2FAF3F3ABB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FF7832-B3E0-4B87-8436-055F13547A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86362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customXml" Target="../ink/ink2.xml"/><Relationship Id="rId5" Type="http://schemas.openxmlformats.org/officeDocument/2006/relationships/image" Target="../media/image3.png"/><Relationship Id="rId4" Type="http://schemas.openxmlformats.org/officeDocument/2006/relationships/customXml" Target="../ink/ink1.xml"/><Relationship Id="rId9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0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椭圆 191"/>
          <p:cNvSpPr/>
          <p:nvPr/>
        </p:nvSpPr>
        <p:spPr>
          <a:xfrm>
            <a:off x="-1950644" y="5580938"/>
            <a:ext cx="4108851" cy="4108851"/>
          </a:xfrm>
          <a:prstGeom prst="ellipse">
            <a:avLst/>
          </a:prstGeom>
          <a:noFill/>
          <a:ln w="9525">
            <a:gradFill>
              <a:gsLst>
                <a:gs pos="100000">
                  <a:srgbClr val="138F81"/>
                </a:gs>
                <a:gs pos="0">
                  <a:srgbClr val="19BAA9"/>
                </a:gs>
              </a:gsLst>
              <a:lin ang="2700000" scaled="0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0" tIns="45704" rIns="91410" bIns="45704" rtlCol="0" anchor="ctr"/>
          <a:lstStyle/>
          <a:p>
            <a:pPr algn="ctr"/>
            <a:endParaRPr lang="zh-CN" altLang="en-US">
              <a:gradFill flip="none" rotWithShape="1">
                <a:gsLst>
                  <a:gs pos="0">
                    <a:schemeClr val="lt1">
                      <a:shade val="30000"/>
                      <a:satMod val="115000"/>
                    </a:schemeClr>
                  </a:gs>
                  <a:gs pos="50000">
                    <a:schemeClr val="lt1">
                      <a:shade val="67500"/>
                      <a:satMod val="115000"/>
                    </a:schemeClr>
                  </a:gs>
                  <a:gs pos="100000">
                    <a:schemeClr val="lt1">
                      <a:shade val="100000"/>
                      <a:satMod val="115000"/>
                    </a:schemeClr>
                  </a:gs>
                </a:gsLst>
                <a:lin ang="2700000" scaled="1"/>
                <a:tileRect/>
              </a:gradFill>
            </a:endParaRPr>
          </a:p>
        </p:txBody>
      </p:sp>
      <p:sp>
        <p:nvSpPr>
          <p:cNvPr id="193" name="椭圆 192"/>
          <p:cNvSpPr/>
          <p:nvPr/>
        </p:nvSpPr>
        <p:spPr>
          <a:xfrm>
            <a:off x="2844915" y="6356948"/>
            <a:ext cx="3335777" cy="3335777"/>
          </a:xfrm>
          <a:prstGeom prst="ellipse">
            <a:avLst/>
          </a:prstGeom>
          <a:noFill/>
          <a:ln w="9525">
            <a:gradFill>
              <a:gsLst>
                <a:gs pos="100000">
                  <a:srgbClr val="E33F24"/>
                </a:gs>
                <a:gs pos="0">
                  <a:srgbClr val="F26434"/>
                </a:gs>
              </a:gsLst>
              <a:lin ang="2700000" scaled="0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0" tIns="45704" rIns="91410" bIns="45704" rtlCol="0" anchor="ctr"/>
          <a:lstStyle/>
          <a:p>
            <a:pPr algn="ctr"/>
            <a:endParaRPr lang="zh-CN" altLang="en-US">
              <a:gradFill flip="none" rotWithShape="1">
                <a:gsLst>
                  <a:gs pos="0">
                    <a:schemeClr val="lt1">
                      <a:shade val="30000"/>
                      <a:satMod val="115000"/>
                    </a:schemeClr>
                  </a:gs>
                  <a:gs pos="50000">
                    <a:schemeClr val="lt1">
                      <a:shade val="67500"/>
                      <a:satMod val="115000"/>
                    </a:schemeClr>
                  </a:gs>
                  <a:gs pos="100000">
                    <a:schemeClr val="lt1">
                      <a:shade val="100000"/>
                      <a:satMod val="115000"/>
                    </a:schemeClr>
                  </a:gs>
                </a:gsLst>
                <a:lin ang="2700000" scaled="1"/>
                <a:tileRect/>
              </a:gradFill>
            </a:endParaRPr>
          </a:p>
        </p:txBody>
      </p:sp>
      <p:sp>
        <p:nvSpPr>
          <p:cNvPr id="194" name="椭圆 193"/>
          <p:cNvSpPr/>
          <p:nvPr/>
        </p:nvSpPr>
        <p:spPr>
          <a:xfrm>
            <a:off x="1537892" y="6217636"/>
            <a:ext cx="1900876" cy="1900876"/>
          </a:xfrm>
          <a:prstGeom prst="ellipse">
            <a:avLst/>
          </a:prstGeom>
          <a:noFill/>
          <a:ln w="9525">
            <a:gradFill>
              <a:gsLst>
                <a:gs pos="100000">
                  <a:srgbClr val="108692"/>
                </a:gs>
                <a:gs pos="0">
                  <a:srgbClr val="16B2C1"/>
                </a:gs>
              </a:gsLst>
              <a:lin ang="2700000" scaled="0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0" tIns="45704" rIns="91410" bIns="45704" rtlCol="0" anchor="ctr"/>
          <a:lstStyle/>
          <a:p>
            <a:pPr algn="ctr"/>
            <a:endParaRPr lang="zh-CN" altLang="en-US">
              <a:gradFill flip="none" rotWithShape="1">
                <a:gsLst>
                  <a:gs pos="0">
                    <a:schemeClr val="lt1">
                      <a:shade val="30000"/>
                      <a:satMod val="115000"/>
                    </a:schemeClr>
                  </a:gs>
                  <a:gs pos="50000">
                    <a:schemeClr val="lt1">
                      <a:shade val="67500"/>
                      <a:satMod val="115000"/>
                    </a:schemeClr>
                  </a:gs>
                  <a:gs pos="100000">
                    <a:schemeClr val="lt1">
                      <a:shade val="100000"/>
                      <a:satMod val="115000"/>
                    </a:schemeClr>
                  </a:gs>
                </a:gsLst>
                <a:lin ang="2700000" scaled="1"/>
                <a:tileRect/>
              </a:gradFill>
            </a:endParaRPr>
          </a:p>
        </p:txBody>
      </p:sp>
      <p:sp>
        <p:nvSpPr>
          <p:cNvPr id="195" name="椭圆 194"/>
          <p:cNvSpPr/>
          <p:nvPr/>
        </p:nvSpPr>
        <p:spPr>
          <a:xfrm>
            <a:off x="4684382" y="5883968"/>
            <a:ext cx="5027956" cy="5027956"/>
          </a:xfrm>
          <a:prstGeom prst="ellipse">
            <a:avLst/>
          </a:prstGeom>
          <a:noFill/>
          <a:ln w="9525">
            <a:gradFill>
              <a:gsLst>
                <a:gs pos="100000">
                  <a:srgbClr val="89A13D"/>
                </a:gs>
                <a:gs pos="0">
                  <a:srgbClr val="B2D138"/>
                </a:gs>
              </a:gsLst>
              <a:lin ang="2700000" scaled="0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0" tIns="45704" rIns="91410" bIns="45704" rtlCol="0" anchor="ctr"/>
          <a:lstStyle/>
          <a:p>
            <a:pPr algn="ctr"/>
            <a:endParaRPr lang="zh-CN" altLang="en-US">
              <a:gradFill flip="none" rotWithShape="1">
                <a:gsLst>
                  <a:gs pos="0">
                    <a:schemeClr val="lt1">
                      <a:shade val="30000"/>
                      <a:satMod val="115000"/>
                    </a:schemeClr>
                  </a:gs>
                  <a:gs pos="50000">
                    <a:schemeClr val="lt1">
                      <a:shade val="67500"/>
                      <a:satMod val="115000"/>
                    </a:schemeClr>
                  </a:gs>
                  <a:gs pos="100000">
                    <a:schemeClr val="lt1">
                      <a:shade val="100000"/>
                      <a:satMod val="115000"/>
                    </a:schemeClr>
                  </a:gs>
                </a:gsLst>
                <a:lin ang="2700000" scaled="1"/>
                <a:tileRect/>
              </a:gradFill>
            </a:endParaRPr>
          </a:p>
        </p:txBody>
      </p:sp>
      <p:sp>
        <p:nvSpPr>
          <p:cNvPr id="196" name="椭圆 195"/>
          <p:cNvSpPr/>
          <p:nvPr/>
        </p:nvSpPr>
        <p:spPr>
          <a:xfrm>
            <a:off x="10572395" y="5628142"/>
            <a:ext cx="2764446" cy="2764446"/>
          </a:xfrm>
          <a:prstGeom prst="ellipse">
            <a:avLst/>
          </a:prstGeom>
          <a:noFill/>
          <a:ln w="9525">
            <a:gradFill>
              <a:gsLst>
                <a:gs pos="100000">
                  <a:srgbClr val="E33F24"/>
                </a:gs>
                <a:gs pos="0">
                  <a:srgbClr val="F26434"/>
                </a:gs>
              </a:gsLst>
              <a:lin ang="2700000" scaled="0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0" tIns="45704" rIns="91410" bIns="45704" rtlCol="0" anchor="ctr"/>
          <a:lstStyle/>
          <a:p>
            <a:pPr algn="ctr"/>
            <a:endParaRPr lang="zh-CN" altLang="en-US">
              <a:gradFill flip="none" rotWithShape="1">
                <a:gsLst>
                  <a:gs pos="0">
                    <a:schemeClr val="lt1">
                      <a:shade val="30000"/>
                      <a:satMod val="115000"/>
                    </a:schemeClr>
                  </a:gs>
                  <a:gs pos="50000">
                    <a:schemeClr val="lt1">
                      <a:shade val="67500"/>
                      <a:satMod val="115000"/>
                    </a:schemeClr>
                  </a:gs>
                  <a:gs pos="100000">
                    <a:schemeClr val="lt1">
                      <a:shade val="100000"/>
                      <a:satMod val="115000"/>
                    </a:schemeClr>
                  </a:gs>
                </a:gsLst>
                <a:lin ang="2700000" scaled="1"/>
                <a:tileRect/>
              </a:gradFill>
            </a:endParaRPr>
          </a:p>
        </p:txBody>
      </p:sp>
      <p:sp>
        <p:nvSpPr>
          <p:cNvPr id="197" name="椭圆 196"/>
          <p:cNvSpPr/>
          <p:nvPr/>
        </p:nvSpPr>
        <p:spPr>
          <a:xfrm>
            <a:off x="8159768" y="5970411"/>
            <a:ext cx="3380693" cy="3380693"/>
          </a:xfrm>
          <a:prstGeom prst="ellipse">
            <a:avLst/>
          </a:prstGeom>
          <a:noFill/>
          <a:ln w="9525">
            <a:gradFill>
              <a:gsLst>
                <a:gs pos="100000">
                  <a:srgbClr val="138F81"/>
                </a:gs>
                <a:gs pos="0">
                  <a:srgbClr val="19BAA9"/>
                </a:gs>
              </a:gsLst>
              <a:lin ang="2700000" scaled="0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0" tIns="45704" rIns="91410" bIns="45704" rtlCol="0" anchor="ctr"/>
          <a:lstStyle/>
          <a:p>
            <a:pPr algn="ctr"/>
            <a:endParaRPr lang="zh-CN" altLang="en-US">
              <a:gradFill flip="none" rotWithShape="1">
                <a:gsLst>
                  <a:gs pos="0">
                    <a:schemeClr val="lt1">
                      <a:shade val="30000"/>
                      <a:satMod val="115000"/>
                    </a:schemeClr>
                  </a:gs>
                  <a:gs pos="50000">
                    <a:schemeClr val="lt1">
                      <a:shade val="67500"/>
                      <a:satMod val="115000"/>
                    </a:schemeClr>
                  </a:gs>
                  <a:gs pos="100000">
                    <a:schemeClr val="lt1">
                      <a:shade val="100000"/>
                      <a:satMod val="115000"/>
                    </a:schemeClr>
                  </a:gs>
                </a:gsLst>
                <a:lin ang="2700000" scaled="1"/>
                <a:tileRect/>
              </a:gradFill>
            </a:endParaRPr>
          </a:p>
        </p:txBody>
      </p:sp>
      <p:sp>
        <p:nvSpPr>
          <p:cNvPr id="153" name="椭圆 152"/>
          <p:cNvSpPr/>
          <p:nvPr/>
        </p:nvSpPr>
        <p:spPr>
          <a:xfrm flipV="1">
            <a:off x="2366050" y="5408612"/>
            <a:ext cx="381314" cy="381452"/>
          </a:xfrm>
          <a:prstGeom prst="ellipse">
            <a:avLst/>
          </a:prstGeom>
          <a:noFill/>
          <a:ln w="28575">
            <a:solidFill>
              <a:srgbClr val="01ACBE"/>
            </a:solidFill>
          </a:ln>
          <a:effectLst>
            <a:outerShdw blurRad="330200" dir="2700000" sx="73000" sy="73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95" tIns="45697" rIns="91395" bIns="45697" spcCol="0" rtlCol="0" anchor="ctr"/>
          <a:lstStyle/>
          <a:p>
            <a:pPr algn="ctr"/>
            <a:endParaRPr lang="zh-CN" altLang="en-US" dirty="0">
              <a:solidFill>
                <a:srgbClr val="01ACBE"/>
              </a:solidFill>
            </a:endParaRPr>
          </a:p>
        </p:txBody>
      </p:sp>
      <p:sp>
        <p:nvSpPr>
          <p:cNvPr id="154" name="TextBox 153"/>
          <p:cNvSpPr txBox="1"/>
          <p:nvPr/>
        </p:nvSpPr>
        <p:spPr>
          <a:xfrm>
            <a:off x="3274555" y="5217877"/>
            <a:ext cx="5913997" cy="630778"/>
          </a:xfrm>
          <a:prstGeom prst="rect">
            <a:avLst/>
          </a:prstGeom>
          <a:noFill/>
        </p:spPr>
        <p:txBody>
          <a:bodyPr wrap="none" lIns="91401" tIns="45700" rIns="91401" bIns="45700" rtlCol="0">
            <a:spAutoFit/>
          </a:bodyPr>
          <a:lstStyle/>
          <a:p>
            <a:r>
              <a:rPr lang="zh-CN" altLang="en-US" sz="3499" b="1" dirty="0">
                <a:solidFill>
                  <a:srgbClr val="01ACBE"/>
                </a:solidFill>
                <a:latin typeface="微软雅黑" pitchFamily="34" charset="-122"/>
                <a:ea typeface="微软雅黑" pitchFamily="34" charset="-122"/>
              </a:rPr>
              <a:t>演讲人：计算机</a:t>
            </a:r>
            <a:r>
              <a:rPr lang="en-US" altLang="zh-CN" sz="3499" b="1" dirty="0">
                <a:solidFill>
                  <a:srgbClr val="01ACBE"/>
                </a:solidFill>
                <a:latin typeface="微软雅黑" pitchFamily="34" charset="-122"/>
                <a:ea typeface="微软雅黑" pitchFamily="34" charset="-122"/>
              </a:rPr>
              <a:t>2301 </a:t>
            </a:r>
            <a:r>
              <a:rPr lang="zh-CN" altLang="en-US" sz="3499" b="1" dirty="0">
                <a:solidFill>
                  <a:srgbClr val="01ACBE"/>
                </a:solidFill>
                <a:latin typeface="微软雅黑" pitchFamily="34" charset="-122"/>
                <a:ea typeface="微软雅黑" pitchFamily="34" charset="-122"/>
              </a:rPr>
              <a:t>乔利锋</a:t>
            </a:r>
          </a:p>
        </p:txBody>
      </p:sp>
      <p:sp>
        <p:nvSpPr>
          <p:cNvPr id="155" name="椭圆 154"/>
          <p:cNvSpPr/>
          <p:nvPr/>
        </p:nvSpPr>
        <p:spPr>
          <a:xfrm flipV="1">
            <a:off x="2476796" y="5493462"/>
            <a:ext cx="211677" cy="211754"/>
          </a:xfrm>
          <a:prstGeom prst="ellipse">
            <a:avLst/>
          </a:prstGeom>
          <a:gradFill>
            <a:gsLst>
              <a:gs pos="0">
                <a:srgbClr val="108692"/>
              </a:gs>
              <a:gs pos="100000">
                <a:srgbClr val="16B2C1"/>
              </a:gs>
            </a:gsLst>
            <a:lin ang="5400000" scaled="0"/>
          </a:gradFill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95" tIns="45697" rIns="91395" bIns="45697" spcCol="0" rtlCol="0" anchor="ctr"/>
          <a:lstStyle/>
          <a:p>
            <a:pPr algn="ctr"/>
            <a:endParaRPr lang="zh-CN" altLang="en-US" dirty="0">
              <a:solidFill>
                <a:srgbClr val="01ACBE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B524877-357C-ADF2-0E17-D78193199468}"/>
              </a:ext>
            </a:extLst>
          </p:cNvPr>
          <p:cNvSpPr/>
          <p:nvPr/>
        </p:nvSpPr>
        <p:spPr>
          <a:xfrm>
            <a:off x="3173295" y="4575620"/>
            <a:ext cx="5729548" cy="523089"/>
          </a:xfrm>
          <a:prstGeom prst="rect">
            <a:avLst/>
          </a:prstGeom>
        </p:spPr>
        <p:txBody>
          <a:bodyPr wrap="square" lIns="0" tIns="45704" rIns="91410" bIns="45704">
            <a:spAutoFit/>
          </a:bodyPr>
          <a:lstStyle/>
          <a:p>
            <a:pPr algn="ctr"/>
            <a:r>
              <a:rPr lang="zh-CN" altLang="en-US" sz="2799" dirty="0">
                <a:solidFill>
                  <a:srgbClr val="FF0000"/>
                </a:solidFill>
                <a:latin typeface="Impact" panose="020B0806030902050204" pitchFamily="34" charset="0"/>
                <a:ea typeface="宋体" charset="-122"/>
                <a:cs typeface="Arial" panose="020B0604020202020204" pitchFamily="34" charset="0"/>
              </a:rPr>
              <a:t>水面漂浮物垃圾的图像预处理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6960AD5-5AE3-552E-EBBB-36D00B40C42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5524" y="110974"/>
            <a:ext cx="7712295" cy="4464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306063"/>
      </p:ext>
    </p:extLst>
  </p:cSld>
  <p:clrMapOvr>
    <a:masterClrMapping/>
  </p:clrMapOvr>
  <p:transition spd="slow" advTm="195">
    <p:push dir="u"/>
  </p:transition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grpId="0" nodeType="afterEffect" p14:presetBounceEnd="44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7" dur="750" fill="hold"/>
                                            <p:tgtEl>
                                              <p:spTgt spid="15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8" dur="750" fill="hold"/>
                                            <p:tgtEl>
                                              <p:spTgt spid="15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15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15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2" fill="hold" grpId="0" nodeType="with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5" dur="750" fill="hold"/>
                                            <p:tgtEl>
                                              <p:spTgt spid="15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6" dur="750" fill="hold"/>
                                            <p:tgtEl>
                                              <p:spTgt spid="15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53" presetClass="entr" presetSubtype="16" fill="hold" grpId="0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9" dur="300" fill="hold"/>
                                            <p:tgtEl>
                                              <p:spTgt spid="19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0" dur="300" fill="hold"/>
                                            <p:tgtEl>
                                              <p:spTgt spid="19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1" dur="300"/>
                                            <p:tgtEl>
                                              <p:spTgt spid="19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2" presetID="6" presetClass="emph" presetSubtype="0" autoRev="1" fill="hold" grpId="1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animScale>
                                          <p:cBhvr>
                                            <p:cTn id="23" dur="150" fill="hold"/>
                                            <p:tgtEl>
                                              <p:spTgt spid="192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24" presetID="53" presetClass="entr" presetSubtype="16" fill="hold" grpId="0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6" dur="300" fill="hold"/>
                                            <p:tgtEl>
                                              <p:spTgt spid="19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7" dur="300" fill="hold"/>
                                            <p:tgtEl>
                                              <p:spTgt spid="19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8" dur="300"/>
                                            <p:tgtEl>
                                              <p:spTgt spid="19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9" presetID="6" presetClass="emph" presetSubtype="0" autoRev="1" fill="hold" grpId="1" nodeType="withEffect">
                                      <p:stCondLst>
                                        <p:cond delay="900"/>
                                      </p:stCondLst>
                                      <p:childTnLst>
                                        <p:animScale>
                                          <p:cBhvr>
                                            <p:cTn id="30" dur="150" fill="hold"/>
                                            <p:tgtEl>
                                              <p:spTgt spid="193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31" presetID="53" presetClass="entr" presetSubtype="16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3" dur="300" fill="hold"/>
                                            <p:tgtEl>
                                              <p:spTgt spid="19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4" dur="300" fill="hold"/>
                                            <p:tgtEl>
                                              <p:spTgt spid="19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5" dur="300"/>
                                            <p:tgtEl>
                                              <p:spTgt spid="19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6" presetID="6" presetClass="emph" presetSubtype="0" autoRev="1" fill="hold" grpId="1" nodeType="withEffect">
                                      <p:stCondLst>
                                        <p:cond delay="1400"/>
                                      </p:stCondLst>
                                      <p:childTnLst>
                                        <p:animScale>
                                          <p:cBhvr>
                                            <p:cTn id="37" dur="150" fill="hold"/>
                                            <p:tgtEl>
                                              <p:spTgt spid="194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38" presetID="53" presetClass="entr" presetSubtype="16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0" dur="300" fill="hold"/>
                                            <p:tgtEl>
                                              <p:spTgt spid="19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1" dur="300" fill="hold"/>
                                            <p:tgtEl>
                                              <p:spTgt spid="19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2" dur="300"/>
                                            <p:tgtEl>
                                              <p:spTgt spid="19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3" presetID="6" presetClass="emph" presetSubtype="0" autoRev="1" fill="hold" grpId="1" nodeType="withEffect">
                                      <p:stCondLst>
                                        <p:cond delay="1400"/>
                                      </p:stCondLst>
                                      <p:childTnLst>
                                        <p:animScale>
                                          <p:cBhvr>
                                            <p:cTn id="44" dur="150" fill="hold"/>
                                            <p:tgtEl>
                                              <p:spTgt spid="195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45" presetID="53" presetClass="entr" presetSubtype="16" fill="hold" grpId="0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7" dur="300" fill="hold"/>
                                            <p:tgtEl>
                                              <p:spTgt spid="19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8" dur="300" fill="hold"/>
                                            <p:tgtEl>
                                              <p:spTgt spid="19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9" dur="300"/>
                                            <p:tgtEl>
                                              <p:spTgt spid="19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0" presetID="6" presetClass="emph" presetSubtype="0" autoRev="1" fill="hold" grpId="1" nodeType="withEffect">
                                      <p:stCondLst>
                                        <p:cond delay="900"/>
                                      </p:stCondLst>
                                      <p:childTnLst>
                                        <p:animScale>
                                          <p:cBhvr>
                                            <p:cTn id="51" dur="150" fill="hold"/>
                                            <p:tgtEl>
                                              <p:spTgt spid="196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52" presetID="53" presetClass="entr" presetSubtype="16" fill="hold" grpId="0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4" dur="300" fill="hold"/>
                                            <p:tgtEl>
                                              <p:spTgt spid="19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5" dur="300" fill="hold"/>
                                            <p:tgtEl>
                                              <p:spTgt spid="19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56" dur="300"/>
                                            <p:tgtEl>
                                              <p:spTgt spid="19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7" presetID="6" presetClass="emph" presetSubtype="0" autoRev="1" fill="hold" grpId="1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animScale>
                                          <p:cBhvr>
                                            <p:cTn id="58" dur="150" fill="hold"/>
                                            <p:tgtEl>
                                              <p:spTgt spid="197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59" presetID="2" presetClass="entr" presetSubtype="2" fill="hold" grpId="0" nodeType="withEffect" p14:presetBounceEnd="58333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8333">
                                          <p:cBhvr additive="base">
                                            <p:cTn id="61" dur="6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8333">
                                          <p:cBhvr additive="base">
                                            <p:cTn id="62" dur="6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92" grpId="0" animBg="1"/>
          <p:bldP spid="192" grpId="1" animBg="1"/>
          <p:bldP spid="193" grpId="0" animBg="1"/>
          <p:bldP spid="193" grpId="1" animBg="1"/>
          <p:bldP spid="194" grpId="0" animBg="1"/>
          <p:bldP spid="194" grpId="1" animBg="1"/>
          <p:bldP spid="195" grpId="0" animBg="1"/>
          <p:bldP spid="195" grpId="1" animBg="1"/>
          <p:bldP spid="196" grpId="0" animBg="1"/>
          <p:bldP spid="196" grpId="1" animBg="1"/>
          <p:bldP spid="197" grpId="0" animBg="1"/>
          <p:bldP spid="197" grpId="1" animBg="1"/>
          <p:bldP spid="153" grpId="0" animBg="1"/>
          <p:bldP spid="154" grpId="0"/>
          <p:bldP spid="155" grpId="0" animBg="1"/>
          <p:bldP spid="4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750" fill="hold"/>
                                            <p:tgtEl>
                                              <p:spTgt spid="15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750" fill="hold"/>
                                            <p:tgtEl>
                                              <p:spTgt spid="15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15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15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750" fill="hold"/>
                                            <p:tgtEl>
                                              <p:spTgt spid="15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750" fill="hold"/>
                                            <p:tgtEl>
                                              <p:spTgt spid="15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53" presetClass="entr" presetSubtype="16" fill="hold" grpId="0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9" dur="300" fill="hold"/>
                                            <p:tgtEl>
                                              <p:spTgt spid="19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0" dur="300" fill="hold"/>
                                            <p:tgtEl>
                                              <p:spTgt spid="19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1" dur="300"/>
                                            <p:tgtEl>
                                              <p:spTgt spid="19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2" presetID="6" presetClass="emph" presetSubtype="0" autoRev="1" fill="hold" grpId="1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animScale>
                                          <p:cBhvr>
                                            <p:cTn id="23" dur="150" fill="hold"/>
                                            <p:tgtEl>
                                              <p:spTgt spid="192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24" presetID="53" presetClass="entr" presetSubtype="16" fill="hold" grpId="0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6" dur="300" fill="hold"/>
                                            <p:tgtEl>
                                              <p:spTgt spid="19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7" dur="300" fill="hold"/>
                                            <p:tgtEl>
                                              <p:spTgt spid="19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8" dur="300"/>
                                            <p:tgtEl>
                                              <p:spTgt spid="19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9" presetID="6" presetClass="emph" presetSubtype="0" autoRev="1" fill="hold" grpId="1" nodeType="withEffect">
                                      <p:stCondLst>
                                        <p:cond delay="900"/>
                                      </p:stCondLst>
                                      <p:childTnLst>
                                        <p:animScale>
                                          <p:cBhvr>
                                            <p:cTn id="30" dur="150" fill="hold"/>
                                            <p:tgtEl>
                                              <p:spTgt spid="193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31" presetID="53" presetClass="entr" presetSubtype="16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3" dur="300" fill="hold"/>
                                            <p:tgtEl>
                                              <p:spTgt spid="19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4" dur="300" fill="hold"/>
                                            <p:tgtEl>
                                              <p:spTgt spid="19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5" dur="300"/>
                                            <p:tgtEl>
                                              <p:spTgt spid="19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6" presetID="6" presetClass="emph" presetSubtype="0" autoRev="1" fill="hold" grpId="1" nodeType="withEffect">
                                      <p:stCondLst>
                                        <p:cond delay="1400"/>
                                      </p:stCondLst>
                                      <p:childTnLst>
                                        <p:animScale>
                                          <p:cBhvr>
                                            <p:cTn id="37" dur="150" fill="hold"/>
                                            <p:tgtEl>
                                              <p:spTgt spid="194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38" presetID="53" presetClass="entr" presetSubtype="16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0" dur="300" fill="hold"/>
                                            <p:tgtEl>
                                              <p:spTgt spid="19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1" dur="300" fill="hold"/>
                                            <p:tgtEl>
                                              <p:spTgt spid="19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2" dur="300"/>
                                            <p:tgtEl>
                                              <p:spTgt spid="19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3" presetID="6" presetClass="emph" presetSubtype="0" autoRev="1" fill="hold" grpId="1" nodeType="withEffect">
                                      <p:stCondLst>
                                        <p:cond delay="1400"/>
                                      </p:stCondLst>
                                      <p:childTnLst>
                                        <p:animScale>
                                          <p:cBhvr>
                                            <p:cTn id="44" dur="150" fill="hold"/>
                                            <p:tgtEl>
                                              <p:spTgt spid="195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45" presetID="53" presetClass="entr" presetSubtype="16" fill="hold" grpId="0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7" dur="300" fill="hold"/>
                                            <p:tgtEl>
                                              <p:spTgt spid="19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8" dur="300" fill="hold"/>
                                            <p:tgtEl>
                                              <p:spTgt spid="19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9" dur="300"/>
                                            <p:tgtEl>
                                              <p:spTgt spid="19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0" presetID="6" presetClass="emph" presetSubtype="0" autoRev="1" fill="hold" grpId="1" nodeType="withEffect">
                                      <p:stCondLst>
                                        <p:cond delay="900"/>
                                      </p:stCondLst>
                                      <p:childTnLst>
                                        <p:animScale>
                                          <p:cBhvr>
                                            <p:cTn id="51" dur="150" fill="hold"/>
                                            <p:tgtEl>
                                              <p:spTgt spid="196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52" presetID="53" presetClass="entr" presetSubtype="16" fill="hold" grpId="0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4" dur="300" fill="hold"/>
                                            <p:tgtEl>
                                              <p:spTgt spid="19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5" dur="300" fill="hold"/>
                                            <p:tgtEl>
                                              <p:spTgt spid="19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56" dur="300"/>
                                            <p:tgtEl>
                                              <p:spTgt spid="19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7" presetID="6" presetClass="emph" presetSubtype="0" autoRev="1" fill="hold" grpId="1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animScale>
                                          <p:cBhvr>
                                            <p:cTn id="58" dur="150" fill="hold"/>
                                            <p:tgtEl>
                                              <p:spTgt spid="197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59" presetID="2" presetClass="entr" presetSubtype="2" fill="hold" grpId="0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1" dur="6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2" dur="6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92" grpId="0" animBg="1"/>
          <p:bldP spid="192" grpId="1" animBg="1"/>
          <p:bldP spid="193" grpId="0" animBg="1"/>
          <p:bldP spid="193" grpId="1" animBg="1"/>
          <p:bldP spid="194" grpId="0" animBg="1"/>
          <p:bldP spid="194" grpId="1" animBg="1"/>
          <p:bldP spid="195" grpId="0" animBg="1"/>
          <p:bldP spid="195" grpId="1" animBg="1"/>
          <p:bldP spid="196" grpId="0" animBg="1"/>
          <p:bldP spid="196" grpId="1" animBg="1"/>
          <p:bldP spid="197" grpId="0" animBg="1"/>
          <p:bldP spid="197" grpId="1" animBg="1"/>
          <p:bldP spid="153" grpId="0" animBg="1"/>
          <p:bldP spid="154" grpId="0"/>
          <p:bldP spid="155" grpId="0" animBg="1"/>
          <p:bldP spid="4" grpId="0"/>
        </p:bldLst>
      </p:timing>
    </mc:Fallback>
  </mc:AlternateContent>
  <p:extLst>
    <p:ext uri="{E180D4A7-C9FB-4DFB-919C-405C955672EB}">
      <p14:showEvtLst xmlns:p14="http://schemas.microsoft.com/office/powerpoint/2010/main">
        <p14:playEvt time="142" objId="7"/>
        <p14:pauseEvt time="195" objId="7"/>
      </p14:showEvtLst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8" name="直接连接符 97"/>
          <p:cNvCxnSpPr/>
          <p:nvPr/>
        </p:nvCxnSpPr>
        <p:spPr>
          <a:xfrm>
            <a:off x="3853007" y="3369318"/>
            <a:ext cx="2753611" cy="1559775"/>
          </a:xfrm>
          <a:prstGeom prst="line">
            <a:avLst/>
          </a:prstGeom>
          <a:ln w="12700">
            <a:solidFill>
              <a:srgbClr val="01AC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接连接符 96"/>
          <p:cNvCxnSpPr/>
          <p:nvPr/>
        </p:nvCxnSpPr>
        <p:spPr>
          <a:xfrm>
            <a:off x="3712510" y="3369318"/>
            <a:ext cx="2909345" cy="483337"/>
          </a:xfrm>
          <a:prstGeom prst="line">
            <a:avLst/>
          </a:prstGeom>
          <a:ln w="12700">
            <a:solidFill>
              <a:srgbClr val="01AC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接连接符 95"/>
          <p:cNvCxnSpPr/>
          <p:nvPr/>
        </p:nvCxnSpPr>
        <p:spPr>
          <a:xfrm flipV="1">
            <a:off x="3682037" y="2797256"/>
            <a:ext cx="2924581" cy="572063"/>
          </a:xfrm>
          <a:prstGeom prst="line">
            <a:avLst/>
          </a:prstGeom>
          <a:ln w="12700">
            <a:solidFill>
              <a:srgbClr val="01AC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/>
          <p:cNvCxnSpPr>
            <a:endCxn id="87" idx="1"/>
          </p:cNvCxnSpPr>
          <p:nvPr/>
        </p:nvCxnSpPr>
        <p:spPr>
          <a:xfrm flipV="1">
            <a:off x="3682037" y="1737791"/>
            <a:ext cx="2792407" cy="1631528"/>
          </a:xfrm>
          <a:prstGeom prst="line">
            <a:avLst/>
          </a:prstGeom>
          <a:ln w="12700">
            <a:solidFill>
              <a:srgbClr val="01AC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椭圆 35"/>
          <p:cNvSpPr/>
          <p:nvPr/>
        </p:nvSpPr>
        <p:spPr>
          <a:xfrm>
            <a:off x="-1950644" y="5580938"/>
            <a:ext cx="4108851" cy="4108851"/>
          </a:xfrm>
          <a:prstGeom prst="ellipse">
            <a:avLst/>
          </a:prstGeom>
          <a:noFill/>
          <a:ln w="9525">
            <a:gradFill>
              <a:gsLst>
                <a:gs pos="100000">
                  <a:srgbClr val="138F81"/>
                </a:gs>
                <a:gs pos="0">
                  <a:srgbClr val="19BAA9"/>
                </a:gs>
              </a:gsLst>
              <a:lin ang="2700000" scaled="0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0" tIns="45704" rIns="91410" bIns="45704" rtlCol="0" anchor="ctr"/>
          <a:lstStyle/>
          <a:p>
            <a:pPr algn="ctr"/>
            <a:endParaRPr lang="zh-CN" altLang="en-US">
              <a:gradFill flip="none" rotWithShape="1">
                <a:gsLst>
                  <a:gs pos="0">
                    <a:schemeClr val="lt1">
                      <a:shade val="30000"/>
                      <a:satMod val="115000"/>
                    </a:schemeClr>
                  </a:gs>
                  <a:gs pos="50000">
                    <a:schemeClr val="lt1">
                      <a:shade val="67500"/>
                      <a:satMod val="115000"/>
                    </a:schemeClr>
                  </a:gs>
                  <a:gs pos="100000">
                    <a:schemeClr val="lt1">
                      <a:shade val="100000"/>
                      <a:satMod val="115000"/>
                    </a:schemeClr>
                  </a:gs>
                </a:gsLst>
                <a:lin ang="2700000" scaled="1"/>
                <a:tileRect/>
              </a:gradFill>
            </a:endParaRPr>
          </a:p>
        </p:txBody>
      </p:sp>
      <p:sp>
        <p:nvSpPr>
          <p:cNvPr id="37" name="椭圆 36"/>
          <p:cNvSpPr/>
          <p:nvPr/>
        </p:nvSpPr>
        <p:spPr>
          <a:xfrm>
            <a:off x="2844915" y="6356948"/>
            <a:ext cx="3335777" cy="3335777"/>
          </a:xfrm>
          <a:prstGeom prst="ellipse">
            <a:avLst/>
          </a:prstGeom>
          <a:noFill/>
          <a:ln w="9525">
            <a:gradFill>
              <a:gsLst>
                <a:gs pos="100000">
                  <a:srgbClr val="E33F24"/>
                </a:gs>
                <a:gs pos="0">
                  <a:srgbClr val="F26434"/>
                </a:gs>
              </a:gsLst>
              <a:lin ang="2700000" scaled="0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0" tIns="45704" rIns="91410" bIns="45704" rtlCol="0" anchor="ctr"/>
          <a:lstStyle/>
          <a:p>
            <a:pPr algn="ctr"/>
            <a:endParaRPr lang="zh-CN" altLang="en-US">
              <a:gradFill flip="none" rotWithShape="1">
                <a:gsLst>
                  <a:gs pos="0">
                    <a:schemeClr val="lt1">
                      <a:shade val="30000"/>
                      <a:satMod val="115000"/>
                    </a:schemeClr>
                  </a:gs>
                  <a:gs pos="50000">
                    <a:schemeClr val="lt1">
                      <a:shade val="67500"/>
                      <a:satMod val="115000"/>
                    </a:schemeClr>
                  </a:gs>
                  <a:gs pos="100000">
                    <a:schemeClr val="lt1">
                      <a:shade val="100000"/>
                      <a:satMod val="115000"/>
                    </a:schemeClr>
                  </a:gs>
                </a:gsLst>
                <a:lin ang="2700000" scaled="1"/>
                <a:tileRect/>
              </a:gradFill>
            </a:endParaRPr>
          </a:p>
        </p:txBody>
      </p:sp>
      <p:sp>
        <p:nvSpPr>
          <p:cNvPr id="38" name="椭圆 37"/>
          <p:cNvSpPr/>
          <p:nvPr/>
        </p:nvSpPr>
        <p:spPr>
          <a:xfrm>
            <a:off x="1537892" y="6217636"/>
            <a:ext cx="1900876" cy="1900876"/>
          </a:xfrm>
          <a:prstGeom prst="ellipse">
            <a:avLst/>
          </a:prstGeom>
          <a:noFill/>
          <a:ln w="9525">
            <a:gradFill>
              <a:gsLst>
                <a:gs pos="100000">
                  <a:srgbClr val="108692"/>
                </a:gs>
                <a:gs pos="0">
                  <a:srgbClr val="16B2C1"/>
                </a:gs>
              </a:gsLst>
              <a:lin ang="2700000" scaled="0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0" tIns="45704" rIns="91410" bIns="45704" rtlCol="0" anchor="ctr"/>
          <a:lstStyle/>
          <a:p>
            <a:pPr algn="ctr"/>
            <a:endParaRPr lang="zh-CN" altLang="en-US">
              <a:gradFill flip="none" rotWithShape="1">
                <a:gsLst>
                  <a:gs pos="0">
                    <a:schemeClr val="lt1">
                      <a:shade val="30000"/>
                      <a:satMod val="115000"/>
                    </a:schemeClr>
                  </a:gs>
                  <a:gs pos="50000">
                    <a:schemeClr val="lt1">
                      <a:shade val="67500"/>
                      <a:satMod val="115000"/>
                    </a:schemeClr>
                  </a:gs>
                  <a:gs pos="100000">
                    <a:schemeClr val="lt1">
                      <a:shade val="100000"/>
                      <a:satMod val="115000"/>
                    </a:schemeClr>
                  </a:gs>
                </a:gsLst>
                <a:lin ang="2700000" scaled="1"/>
                <a:tileRect/>
              </a:gradFill>
            </a:endParaRPr>
          </a:p>
        </p:txBody>
      </p:sp>
      <p:sp>
        <p:nvSpPr>
          <p:cNvPr id="39" name="椭圆 38"/>
          <p:cNvSpPr/>
          <p:nvPr/>
        </p:nvSpPr>
        <p:spPr>
          <a:xfrm>
            <a:off x="4679552" y="6251571"/>
            <a:ext cx="5027956" cy="5027956"/>
          </a:xfrm>
          <a:prstGeom prst="ellipse">
            <a:avLst/>
          </a:prstGeom>
          <a:noFill/>
          <a:ln w="9525">
            <a:gradFill>
              <a:gsLst>
                <a:gs pos="100000">
                  <a:srgbClr val="89A13D"/>
                </a:gs>
                <a:gs pos="0">
                  <a:srgbClr val="B2D138"/>
                </a:gs>
              </a:gsLst>
              <a:lin ang="2700000" scaled="0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0" tIns="45704" rIns="91410" bIns="45704" rtlCol="0" anchor="ctr"/>
          <a:lstStyle/>
          <a:p>
            <a:pPr algn="ctr"/>
            <a:endParaRPr lang="zh-CN" altLang="en-US">
              <a:gradFill flip="none" rotWithShape="1">
                <a:gsLst>
                  <a:gs pos="0">
                    <a:schemeClr val="lt1">
                      <a:shade val="30000"/>
                      <a:satMod val="115000"/>
                    </a:schemeClr>
                  </a:gs>
                  <a:gs pos="50000">
                    <a:schemeClr val="lt1">
                      <a:shade val="67500"/>
                      <a:satMod val="115000"/>
                    </a:schemeClr>
                  </a:gs>
                  <a:gs pos="100000">
                    <a:schemeClr val="lt1">
                      <a:shade val="100000"/>
                      <a:satMod val="115000"/>
                    </a:schemeClr>
                  </a:gs>
                </a:gsLst>
                <a:lin ang="2700000" scaled="1"/>
                <a:tileRect/>
              </a:gradFill>
            </a:endParaRPr>
          </a:p>
        </p:txBody>
      </p:sp>
      <p:sp>
        <p:nvSpPr>
          <p:cNvPr id="40" name="椭圆 39"/>
          <p:cNvSpPr/>
          <p:nvPr/>
        </p:nvSpPr>
        <p:spPr>
          <a:xfrm>
            <a:off x="10572395" y="5628142"/>
            <a:ext cx="2764446" cy="2764446"/>
          </a:xfrm>
          <a:prstGeom prst="ellipse">
            <a:avLst/>
          </a:prstGeom>
          <a:noFill/>
          <a:ln w="9525">
            <a:gradFill>
              <a:gsLst>
                <a:gs pos="100000">
                  <a:srgbClr val="E33F24"/>
                </a:gs>
                <a:gs pos="0">
                  <a:srgbClr val="F26434"/>
                </a:gs>
              </a:gsLst>
              <a:lin ang="2700000" scaled="0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0" tIns="45704" rIns="91410" bIns="45704" rtlCol="0" anchor="ctr"/>
          <a:lstStyle/>
          <a:p>
            <a:pPr algn="ctr"/>
            <a:endParaRPr lang="zh-CN" altLang="en-US">
              <a:gradFill flip="none" rotWithShape="1">
                <a:gsLst>
                  <a:gs pos="0">
                    <a:schemeClr val="lt1">
                      <a:shade val="30000"/>
                      <a:satMod val="115000"/>
                    </a:schemeClr>
                  </a:gs>
                  <a:gs pos="50000">
                    <a:schemeClr val="lt1">
                      <a:shade val="67500"/>
                      <a:satMod val="115000"/>
                    </a:schemeClr>
                  </a:gs>
                  <a:gs pos="100000">
                    <a:schemeClr val="lt1">
                      <a:shade val="100000"/>
                      <a:satMod val="115000"/>
                    </a:schemeClr>
                  </a:gs>
                </a:gsLst>
                <a:lin ang="2700000" scaled="1"/>
                <a:tileRect/>
              </a:gradFill>
            </a:endParaRPr>
          </a:p>
        </p:txBody>
      </p:sp>
      <p:sp>
        <p:nvSpPr>
          <p:cNvPr id="41" name="椭圆 40"/>
          <p:cNvSpPr/>
          <p:nvPr/>
        </p:nvSpPr>
        <p:spPr>
          <a:xfrm>
            <a:off x="8159768" y="5970411"/>
            <a:ext cx="3380693" cy="3380693"/>
          </a:xfrm>
          <a:prstGeom prst="ellipse">
            <a:avLst/>
          </a:prstGeom>
          <a:noFill/>
          <a:ln w="9525">
            <a:gradFill>
              <a:gsLst>
                <a:gs pos="100000">
                  <a:srgbClr val="138F81"/>
                </a:gs>
                <a:gs pos="0">
                  <a:srgbClr val="19BAA9"/>
                </a:gs>
              </a:gsLst>
              <a:lin ang="2700000" scaled="0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0" tIns="45704" rIns="91410" bIns="45704" rtlCol="0" anchor="ctr"/>
          <a:lstStyle/>
          <a:p>
            <a:pPr algn="ctr"/>
            <a:endParaRPr lang="zh-CN" altLang="en-US">
              <a:gradFill flip="none" rotWithShape="1">
                <a:gsLst>
                  <a:gs pos="0">
                    <a:schemeClr val="lt1">
                      <a:shade val="30000"/>
                      <a:satMod val="115000"/>
                    </a:schemeClr>
                  </a:gs>
                  <a:gs pos="50000">
                    <a:schemeClr val="lt1">
                      <a:shade val="67500"/>
                      <a:satMod val="115000"/>
                    </a:schemeClr>
                  </a:gs>
                  <a:gs pos="100000">
                    <a:schemeClr val="lt1">
                      <a:shade val="100000"/>
                      <a:satMod val="115000"/>
                    </a:schemeClr>
                  </a:gs>
                </a:gsLst>
                <a:lin ang="2700000" scaled="1"/>
                <a:tileRect/>
              </a:gradFill>
            </a:endParaRPr>
          </a:p>
        </p:txBody>
      </p:sp>
      <p:sp>
        <p:nvSpPr>
          <p:cNvPr id="86" name="椭圆 85"/>
          <p:cNvSpPr/>
          <p:nvPr/>
        </p:nvSpPr>
        <p:spPr>
          <a:xfrm>
            <a:off x="6202117" y="1349411"/>
            <a:ext cx="831152" cy="831152"/>
          </a:xfrm>
          <a:prstGeom prst="ellipse">
            <a:avLst/>
          </a:prstGeom>
          <a:gradFill flip="none" rotWithShape="1">
            <a:gsLst>
              <a:gs pos="90000">
                <a:srgbClr val="138F81"/>
              </a:gs>
              <a:gs pos="30000">
                <a:srgbClr val="19BAA9"/>
              </a:gs>
            </a:gsLst>
            <a:lin ang="2700000" scaled="1"/>
            <a:tileRect/>
          </a:gradFill>
          <a:ln w="25400">
            <a:gradFill>
              <a:gsLst>
                <a:gs pos="0">
                  <a:srgbClr val="138F81"/>
                </a:gs>
                <a:gs pos="100000">
                  <a:srgbClr val="19BAA9"/>
                </a:gs>
              </a:gsLst>
              <a:lin ang="5400000" scaled="0"/>
            </a:gradFill>
          </a:ln>
          <a:effectLst>
            <a:outerShdw blurRad="254000" dist="127000" dir="3540000" algn="tl" rotWithShape="0">
              <a:schemeClr val="tx1">
                <a:lumMod val="95000"/>
                <a:lumOff val="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0" tIns="45704" rIns="91410" bIns="45704" rtlCol="0" anchor="ctr"/>
          <a:lstStyle/>
          <a:p>
            <a:pPr algn="ctr"/>
            <a:endParaRPr lang="zh-CN" altLang="en-US">
              <a:gradFill flip="none" rotWithShape="1">
                <a:gsLst>
                  <a:gs pos="0">
                    <a:schemeClr val="lt1">
                      <a:shade val="30000"/>
                      <a:satMod val="115000"/>
                    </a:schemeClr>
                  </a:gs>
                  <a:gs pos="50000">
                    <a:schemeClr val="lt1">
                      <a:shade val="67500"/>
                      <a:satMod val="115000"/>
                    </a:schemeClr>
                  </a:gs>
                  <a:gs pos="100000">
                    <a:schemeClr val="lt1">
                      <a:shade val="100000"/>
                      <a:satMod val="115000"/>
                    </a:schemeClr>
                  </a:gs>
                </a:gsLst>
                <a:lin ang="2700000" scaled="1"/>
                <a:tileRect/>
              </a:gradFill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6474443" y="1414705"/>
            <a:ext cx="316973" cy="646171"/>
          </a:xfrm>
          <a:prstGeom prst="rect">
            <a:avLst/>
          </a:prstGeom>
          <a:noFill/>
        </p:spPr>
        <p:txBody>
          <a:bodyPr wrap="square" lIns="91410" tIns="45704" rIns="91410" bIns="45704" rtlCol="0">
            <a:spAutoFit/>
          </a:bodyPr>
          <a:lstStyle/>
          <a:p>
            <a:pPr algn="ctr"/>
            <a:r>
              <a:rPr lang="en-US" altLang="zh-CN" sz="3599" dirty="0">
                <a:solidFill>
                  <a:schemeClr val="bg1"/>
                </a:solidFill>
                <a:latin typeface="Impact" panose="020B0806030902050204" pitchFamily="34" charset="0"/>
              </a:rPr>
              <a:t>A</a:t>
            </a:r>
            <a:endParaRPr lang="zh-CN" altLang="en-US" sz="3599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88" name="椭圆 87"/>
          <p:cNvSpPr/>
          <p:nvPr/>
        </p:nvSpPr>
        <p:spPr>
          <a:xfrm>
            <a:off x="6191042" y="2403084"/>
            <a:ext cx="831152" cy="831152"/>
          </a:xfrm>
          <a:prstGeom prst="ellipse">
            <a:avLst/>
          </a:prstGeom>
          <a:gradFill flip="none" rotWithShape="1">
            <a:gsLst>
              <a:gs pos="90000">
                <a:srgbClr val="E33F24"/>
              </a:gs>
              <a:gs pos="30000">
                <a:srgbClr val="F26434"/>
              </a:gs>
            </a:gsLst>
            <a:lin ang="2700000" scaled="1"/>
            <a:tileRect/>
          </a:gradFill>
          <a:ln w="25400">
            <a:gradFill>
              <a:gsLst>
                <a:gs pos="0">
                  <a:srgbClr val="E33F24"/>
                </a:gs>
                <a:gs pos="100000">
                  <a:srgbClr val="F26434"/>
                </a:gs>
              </a:gsLst>
              <a:lin ang="5400000" scaled="0"/>
            </a:gradFill>
          </a:ln>
          <a:effectLst>
            <a:outerShdw blurRad="254000" dist="127000" dir="3540000" algn="tl" rotWithShape="0">
              <a:schemeClr val="tx1">
                <a:lumMod val="95000"/>
                <a:lumOff val="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0" tIns="45704" rIns="91410" bIns="45704" rtlCol="0" anchor="ctr"/>
          <a:lstStyle/>
          <a:p>
            <a:pPr algn="ctr"/>
            <a:endParaRPr lang="zh-CN" altLang="en-US">
              <a:gradFill flip="none" rotWithShape="1">
                <a:gsLst>
                  <a:gs pos="0">
                    <a:schemeClr val="lt1">
                      <a:shade val="30000"/>
                      <a:satMod val="115000"/>
                    </a:schemeClr>
                  </a:gs>
                  <a:gs pos="50000">
                    <a:schemeClr val="lt1">
                      <a:shade val="67500"/>
                      <a:satMod val="115000"/>
                    </a:schemeClr>
                  </a:gs>
                  <a:gs pos="100000">
                    <a:schemeClr val="lt1">
                      <a:shade val="100000"/>
                      <a:satMod val="115000"/>
                    </a:schemeClr>
                  </a:gs>
                </a:gsLst>
                <a:lin ang="2700000" scaled="1"/>
                <a:tileRect/>
              </a:gradFill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6463368" y="2468378"/>
            <a:ext cx="316973" cy="646171"/>
          </a:xfrm>
          <a:prstGeom prst="rect">
            <a:avLst/>
          </a:prstGeom>
          <a:noFill/>
        </p:spPr>
        <p:txBody>
          <a:bodyPr wrap="square" lIns="91410" tIns="45704" rIns="91410" bIns="45704" rtlCol="0">
            <a:spAutoFit/>
          </a:bodyPr>
          <a:lstStyle/>
          <a:p>
            <a:pPr algn="ctr"/>
            <a:r>
              <a:rPr lang="en-US" altLang="zh-CN" sz="3599" dirty="0">
                <a:solidFill>
                  <a:schemeClr val="bg1"/>
                </a:solidFill>
                <a:latin typeface="Impact" panose="020B0806030902050204" pitchFamily="34" charset="0"/>
              </a:rPr>
              <a:t>B</a:t>
            </a:r>
            <a:endParaRPr lang="zh-CN" altLang="en-US" sz="3599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90" name="椭圆 89"/>
          <p:cNvSpPr/>
          <p:nvPr/>
        </p:nvSpPr>
        <p:spPr>
          <a:xfrm>
            <a:off x="6191042" y="3475973"/>
            <a:ext cx="831152" cy="831152"/>
          </a:xfrm>
          <a:prstGeom prst="ellipse">
            <a:avLst/>
          </a:prstGeom>
          <a:gradFill flip="none" rotWithShape="1">
            <a:gsLst>
              <a:gs pos="90000">
                <a:srgbClr val="89A13D"/>
              </a:gs>
              <a:gs pos="30000">
                <a:srgbClr val="B2D138"/>
              </a:gs>
            </a:gsLst>
            <a:lin ang="2700000" scaled="1"/>
            <a:tileRect/>
          </a:gradFill>
          <a:ln w="25400">
            <a:gradFill>
              <a:gsLst>
                <a:gs pos="0">
                  <a:srgbClr val="89A13D"/>
                </a:gs>
                <a:gs pos="100000">
                  <a:srgbClr val="B2D138"/>
                </a:gs>
              </a:gsLst>
              <a:lin ang="5400000" scaled="0"/>
            </a:gradFill>
          </a:ln>
          <a:effectLst>
            <a:outerShdw blurRad="254000" dist="127000" dir="3540000" algn="tl" rotWithShape="0">
              <a:schemeClr val="tx1">
                <a:lumMod val="95000"/>
                <a:lumOff val="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0" tIns="45704" rIns="91410" bIns="45704" rtlCol="0" anchor="ctr"/>
          <a:lstStyle/>
          <a:p>
            <a:pPr algn="ctr"/>
            <a:endParaRPr lang="zh-CN" altLang="en-US">
              <a:gradFill flip="none" rotWithShape="1">
                <a:gsLst>
                  <a:gs pos="0">
                    <a:schemeClr val="lt1">
                      <a:shade val="30000"/>
                      <a:satMod val="115000"/>
                    </a:schemeClr>
                  </a:gs>
                  <a:gs pos="50000">
                    <a:schemeClr val="lt1">
                      <a:shade val="67500"/>
                      <a:satMod val="115000"/>
                    </a:schemeClr>
                  </a:gs>
                  <a:gs pos="100000">
                    <a:schemeClr val="lt1">
                      <a:shade val="100000"/>
                      <a:satMod val="115000"/>
                    </a:schemeClr>
                  </a:gs>
                </a:gsLst>
                <a:lin ang="2700000" scaled="1"/>
                <a:tileRect/>
              </a:gradFill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6463368" y="3541266"/>
            <a:ext cx="316973" cy="646171"/>
          </a:xfrm>
          <a:prstGeom prst="rect">
            <a:avLst/>
          </a:prstGeom>
          <a:noFill/>
        </p:spPr>
        <p:txBody>
          <a:bodyPr wrap="square" lIns="91410" tIns="45704" rIns="91410" bIns="45704" rtlCol="0">
            <a:spAutoFit/>
          </a:bodyPr>
          <a:lstStyle/>
          <a:p>
            <a:pPr algn="ctr"/>
            <a:r>
              <a:rPr lang="en-US" altLang="zh-CN" sz="3599" dirty="0">
                <a:solidFill>
                  <a:schemeClr val="bg1"/>
                </a:solidFill>
                <a:latin typeface="Impact" panose="020B0806030902050204" pitchFamily="34" charset="0"/>
              </a:rPr>
              <a:t>C</a:t>
            </a:r>
            <a:endParaRPr lang="zh-CN" altLang="en-US" sz="3599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92" name="椭圆 91"/>
          <p:cNvSpPr/>
          <p:nvPr/>
        </p:nvSpPr>
        <p:spPr>
          <a:xfrm>
            <a:off x="6191042" y="4513517"/>
            <a:ext cx="831152" cy="831152"/>
          </a:xfrm>
          <a:prstGeom prst="ellipse">
            <a:avLst/>
          </a:prstGeom>
          <a:gradFill flip="none" rotWithShape="1">
            <a:gsLst>
              <a:gs pos="90000">
                <a:srgbClr val="108692"/>
              </a:gs>
              <a:gs pos="30000">
                <a:srgbClr val="16B2C1"/>
              </a:gs>
            </a:gsLst>
            <a:lin ang="2700000" scaled="1"/>
            <a:tileRect/>
          </a:gradFill>
          <a:ln w="25400">
            <a:gradFill>
              <a:gsLst>
                <a:gs pos="0">
                  <a:srgbClr val="108692"/>
                </a:gs>
                <a:gs pos="100000">
                  <a:srgbClr val="16B2C1"/>
                </a:gs>
              </a:gsLst>
              <a:lin ang="5400000" scaled="0"/>
            </a:gradFill>
          </a:ln>
          <a:effectLst>
            <a:outerShdw blurRad="254000" dist="127000" dir="3540000" algn="tl" rotWithShape="0">
              <a:schemeClr val="tx1">
                <a:lumMod val="95000"/>
                <a:lumOff val="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0" tIns="45704" rIns="91410" bIns="45704" rtlCol="0" anchor="ctr"/>
          <a:lstStyle/>
          <a:p>
            <a:pPr algn="ctr"/>
            <a:endParaRPr lang="zh-CN" altLang="en-US">
              <a:gradFill flip="none" rotWithShape="1">
                <a:gsLst>
                  <a:gs pos="0">
                    <a:schemeClr val="lt1">
                      <a:shade val="30000"/>
                      <a:satMod val="115000"/>
                    </a:schemeClr>
                  </a:gs>
                  <a:gs pos="50000">
                    <a:schemeClr val="lt1">
                      <a:shade val="67500"/>
                      <a:satMod val="115000"/>
                    </a:schemeClr>
                  </a:gs>
                  <a:gs pos="100000">
                    <a:schemeClr val="lt1">
                      <a:shade val="100000"/>
                      <a:satMod val="115000"/>
                    </a:schemeClr>
                  </a:gs>
                </a:gsLst>
                <a:lin ang="2700000" scaled="1"/>
                <a:tileRect/>
              </a:gradFill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6463368" y="4578810"/>
            <a:ext cx="316973" cy="646171"/>
          </a:xfrm>
          <a:prstGeom prst="rect">
            <a:avLst/>
          </a:prstGeom>
          <a:noFill/>
        </p:spPr>
        <p:txBody>
          <a:bodyPr wrap="square" lIns="91410" tIns="45704" rIns="91410" bIns="45704" rtlCol="0">
            <a:spAutoFit/>
          </a:bodyPr>
          <a:lstStyle/>
          <a:p>
            <a:pPr algn="ctr"/>
            <a:r>
              <a:rPr lang="en-US" altLang="zh-CN" sz="3599" dirty="0">
                <a:solidFill>
                  <a:schemeClr val="bg1"/>
                </a:solidFill>
                <a:latin typeface="Impact" panose="020B0806030902050204" pitchFamily="34" charset="0"/>
              </a:rPr>
              <a:t>D</a:t>
            </a:r>
            <a:endParaRPr lang="zh-CN" altLang="en-US" sz="3599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94" name="椭圆 93"/>
          <p:cNvSpPr/>
          <p:nvPr/>
        </p:nvSpPr>
        <p:spPr>
          <a:xfrm>
            <a:off x="2649145" y="2391010"/>
            <a:ext cx="2157203" cy="2157203"/>
          </a:xfrm>
          <a:prstGeom prst="ellipse">
            <a:avLst/>
          </a:prstGeom>
          <a:gradFill flip="none" rotWithShape="1">
            <a:gsLst>
              <a:gs pos="90000">
                <a:srgbClr val="108692"/>
              </a:gs>
              <a:gs pos="30000">
                <a:srgbClr val="16B2C1"/>
              </a:gs>
            </a:gsLst>
            <a:lin ang="2700000" scaled="1"/>
            <a:tileRect/>
          </a:gradFill>
          <a:ln w="25400">
            <a:gradFill>
              <a:gsLst>
                <a:gs pos="0">
                  <a:srgbClr val="108692"/>
                </a:gs>
                <a:gs pos="100000">
                  <a:srgbClr val="16B2C1"/>
                </a:gs>
              </a:gsLst>
              <a:lin ang="5400000" scaled="0"/>
            </a:gradFill>
          </a:ln>
          <a:effectLst>
            <a:outerShdw blurRad="254000" dist="127000" dir="3540000" algn="tl" rotWithShape="0">
              <a:schemeClr val="tx1">
                <a:lumMod val="95000"/>
                <a:lumOff val="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0" tIns="45704" rIns="91410" bIns="45704" rtlCol="0" anchor="ctr"/>
          <a:lstStyle/>
          <a:p>
            <a:pPr algn="ctr"/>
            <a:endParaRPr lang="zh-CN" altLang="en-US">
              <a:gradFill flip="none" rotWithShape="1">
                <a:gsLst>
                  <a:gs pos="0">
                    <a:schemeClr val="lt1">
                      <a:shade val="30000"/>
                      <a:satMod val="115000"/>
                    </a:schemeClr>
                  </a:gs>
                  <a:gs pos="50000">
                    <a:schemeClr val="lt1">
                      <a:shade val="67500"/>
                      <a:satMod val="115000"/>
                    </a:schemeClr>
                  </a:gs>
                  <a:gs pos="100000">
                    <a:schemeClr val="lt1">
                      <a:shade val="100000"/>
                      <a:satMod val="115000"/>
                    </a:schemeClr>
                  </a:gs>
                </a:gsLst>
                <a:lin ang="2700000" scaled="1"/>
                <a:tileRect/>
              </a:gradFill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2649145" y="2963472"/>
            <a:ext cx="2157203" cy="923106"/>
          </a:xfrm>
          <a:prstGeom prst="rect">
            <a:avLst/>
          </a:prstGeom>
          <a:noFill/>
        </p:spPr>
        <p:txBody>
          <a:bodyPr wrap="square" lIns="91410" tIns="45704" rIns="91410" bIns="45704" rtlCol="0">
            <a:spAutoFit/>
          </a:bodyPr>
          <a:lstStyle/>
          <a:p>
            <a:pPr algn="ctr"/>
            <a:r>
              <a:rPr lang="zh-CN" altLang="en-US" sz="5399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目录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6112C96-859D-D54A-94B7-E330EE2BAB12}"/>
              </a:ext>
            </a:extLst>
          </p:cNvPr>
          <p:cNvSpPr/>
          <p:nvPr/>
        </p:nvSpPr>
        <p:spPr>
          <a:xfrm>
            <a:off x="7193530" y="1476245"/>
            <a:ext cx="3572486" cy="523089"/>
          </a:xfrm>
          <a:prstGeom prst="rect">
            <a:avLst/>
          </a:prstGeom>
        </p:spPr>
        <p:txBody>
          <a:bodyPr wrap="square" lIns="0" tIns="45704" rIns="91410" bIns="45704">
            <a:spAutoFit/>
          </a:bodyPr>
          <a:lstStyle/>
          <a:p>
            <a:r>
              <a:rPr lang="zh-CN" altLang="en-US" sz="2799" dirty="0">
                <a:solidFill>
                  <a:schemeClr val="tx1">
                    <a:lumMod val="65000"/>
                    <a:lumOff val="35000"/>
                  </a:schemeClr>
                </a:solidFill>
                <a:latin typeface="Impact" panose="020B0806030902050204" pitchFamily="34" charset="0"/>
                <a:ea typeface="宋体" charset="-122"/>
                <a:cs typeface="Arial" panose="020B0604020202020204" pitchFamily="34" charset="0"/>
              </a:rPr>
              <a:t>数据预处理的任务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B3CC64B-9E36-6DE5-E373-720D7B451759}"/>
              </a:ext>
            </a:extLst>
          </p:cNvPr>
          <p:cNvSpPr/>
          <p:nvPr/>
        </p:nvSpPr>
        <p:spPr>
          <a:xfrm>
            <a:off x="7294520" y="2529918"/>
            <a:ext cx="3572486" cy="523060"/>
          </a:xfrm>
          <a:prstGeom prst="rect">
            <a:avLst/>
          </a:prstGeom>
        </p:spPr>
        <p:txBody>
          <a:bodyPr wrap="square" lIns="0" tIns="45704" rIns="91410" bIns="45704">
            <a:spAutoFit/>
          </a:bodyPr>
          <a:lstStyle/>
          <a:p>
            <a:r>
              <a:rPr lang="zh-CN" altLang="en-US" sz="2799" dirty="0">
                <a:solidFill>
                  <a:schemeClr val="tx1">
                    <a:lumMod val="65000"/>
                    <a:lumOff val="35000"/>
                  </a:schemeClr>
                </a:solidFill>
                <a:latin typeface="Impact" panose="020B0806030902050204" pitchFamily="34" charset="0"/>
                <a:ea typeface="宋体" charset="-122"/>
                <a:cs typeface="Arial" panose="020B0604020202020204" pitchFamily="34" charset="0"/>
              </a:rPr>
              <a:t>图像质量增强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26B3EE6-93A6-0024-CF8A-6C237F793FA1}"/>
              </a:ext>
            </a:extLst>
          </p:cNvPr>
          <p:cNvSpPr/>
          <p:nvPr/>
        </p:nvSpPr>
        <p:spPr>
          <a:xfrm>
            <a:off x="7294520" y="3582748"/>
            <a:ext cx="3806504" cy="523089"/>
          </a:xfrm>
          <a:prstGeom prst="rect">
            <a:avLst/>
          </a:prstGeom>
        </p:spPr>
        <p:txBody>
          <a:bodyPr wrap="square" lIns="0" tIns="45704" rIns="91410" bIns="45704">
            <a:spAutoFit/>
          </a:bodyPr>
          <a:lstStyle/>
          <a:p>
            <a:r>
              <a:rPr lang="zh-CN" altLang="en-US" sz="2799" dirty="0">
                <a:solidFill>
                  <a:schemeClr val="tx1">
                    <a:lumMod val="65000"/>
                    <a:lumOff val="35000"/>
                  </a:schemeClr>
                </a:solidFill>
                <a:latin typeface="Impact" panose="020B0806030902050204" pitchFamily="34" charset="0"/>
                <a:ea typeface="宋体" charset="-122"/>
                <a:cs typeface="Arial" panose="020B0604020202020204" pitchFamily="34" charset="0"/>
              </a:rPr>
              <a:t>图像数量增强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AF8D2A3-4458-0C8B-EAAC-E352FC19C41B}"/>
              </a:ext>
            </a:extLst>
          </p:cNvPr>
          <p:cNvSpPr/>
          <p:nvPr/>
        </p:nvSpPr>
        <p:spPr>
          <a:xfrm>
            <a:off x="7294519" y="4651602"/>
            <a:ext cx="3572486" cy="523089"/>
          </a:xfrm>
          <a:prstGeom prst="rect">
            <a:avLst/>
          </a:prstGeom>
        </p:spPr>
        <p:txBody>
          <a:bodyPr wrap="square" lIns="0" tIns="45704" rIns="91410" bIns="45704">
            <a:spAutoFit/>
          </a:bodyPr>
          <a:lstStyle/>
          <a:p>
            <a:r>
              <a:rPr lang="zh-CN" altLang="en-US" sz="2799" dirty="0">
                <a:solidFill>
                  <a:schemeClr val="tx1">
                    <a:lumMod val="65000"/>
                    <a:lumOff val="35000"/>
                  </a:schemeClr>
                </a:solidFill>
                <a:latin typeface="Impact" panose="020B0806030902050204" pitchFamily="34" charset="0"/>
                <a:ea typeface="宋体" charset="-122"/>
                <a:cs typeface="Arial" panose="020B0604020202020204" pitchFamily="34" charset="0"/>
              </a:rPr>
              <a:t>图像输入统一处理</a:t>
            </a:r>
          </a:p>
        </p:txBody>
      </p:sp>
    </p:spTree>
    <p:extLst>
      <p:ext uri="{BB962C8B-B14F-4D97-AF65-F5344CB8AC3E}">
        <p14:creationId xmlns:p14="http://schemas.microsoft.com/office/powerpoint/2010/main" val="3310868124"/>
      </p:ext>
    </p:extLst>
  </p:cSld>
  <p:clrMapOvr>
    <a:masterClrMapping/>
  </p:clrMapOvr>
  <p:transition spd="slow" advTm="1000">
    <p:push dir="u"/>
  </p:transition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53" presetClass="entr" presetSubtype="16" fill="hold" grpId="0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3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3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" dur="3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" presetID="6" presetClass="emph" presetSubtype="0" autoRev="1" fill="hold" grpId="1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animScale>
                                          <p:cBhvr>
                                            <p:cTn id="11" dur="150" fill="hold"/>
                                            <p:tgtEl>
                                              <p:spTgt spid="36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12" presetID="53" presetClass="entr" presetSubtype="16" fill="hold" grpId="0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4" dur="3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5" dur="3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6" dur="3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6" presetClass="emph" presetSubtype="0" autoRev="1" fill="hold" grpId="1" nodeType="withEffect">
                                      <p:stCondLst>
                                        <p:cond delay="900"/>
                                      </p:stCondLst>
                                      <p:childTnLst>
                                        <p:animScale>
                                          <p:cBhvr>
                                            <p:cTn id="18" dur="150" fill="hold"/>
                                            <p:tgtEl>
                                              <p:spTgt spid="37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19" presetID="53" presetClass="entr" presetSubtype="16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1" dur="3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2" dur="3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3" dur="3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4" presetID="6" presetClass="emph" presetSubtype="0" autoRev="1" fill="hold" grpId="1" nodeType="withEffect">
                                      <p:stCondLst>
                                        <p:cond delay="1400"/>
                                      </p:stCondLst>
                                      <p:childTnLst>
                                        <p:animScale>
                                          <p:cBhvr>
                                            <p:cTn id="25" dur="150" fill="hold"/>
                                            <p:tgtEl>
                                              <p:spTgt spid="38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26" presetID="53" presetClass="entr" presetSubtype="16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8" dur="3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9" dur="3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0" dur="3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1" presetID="6" presetClass="emph" presetSubtype="0" autoRev="1" fill="hold" grpId="1" nodeType="withEffect">
                                      <p:stCondLst>
                                        <p:cond delay="1400"/>
                                      </p:stCondLst>
                                      <p:childTnLst>
                                        <p:animScale>
                                          <p:cBhvr>
                                            <p:cTn id="32" dur="150" fill="hold"/>
                                            <p:tgtEl>
                                              <p:spTgt spid="39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33" presetID="53" presetClass="entr" presetSubtype="16" fill="hold" grpId="0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5" dur="3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6" dur="3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7" dur="3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8" presetID="6" presetClass="emph" presetSubtype="0" autoRev="1" fill="hold" grpId="1" nodeType="withEffect">
                                      <p:stCondLst>
                                        <p:cond delay="900"/>
                                      </p:stCondLst>
                                      <p:childTnLst>
                                        <p:animScale>
                                          <p:cBhvr>
                                            <p:cTn id="39" dur="150" fill="hold"/>
                                            <p:tgtEl>
                                              <p:spTgt spid="40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40" presetID="53" presetClass="entr" presetSubtype="16" fill="hold" grpId="0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2" dur="3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3" dur="3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4" dur="3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5" presetID="6" presetClass="emph" presetSubtype="0" autoRev="1" fill="hold" grpId="1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animScale>
                                          <p:cBhvr>
                                            <p:cTn id="46" dur="150" fill="hold"/>
                                            <p:tgtEl>
                                              <p:spTgt spid="41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7" fill="hold">
                                <p:stCondLst>
                                  <p:cond delay="1700"/>
                                </p:stCondLst>
                                <p:childTnLst>
                                  <p:par>
                                    <p:cTn id="48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0" dur="300" fill="hold"/>
                                            <p:tgtEl>
                                              <p:spTgt spid="9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1" dur="300" fill="hold"/>
                                            <p:tgtEl>
                                              <p:spTgt spid="9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52" dur="300"/>
                                            <p:tgtEl>
                                              <p:spTgt spid="9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3" presetID="6" presetClass="emph" presetSubtype="0" autoRev="1" fill="hold" grpId="1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animScale>
                                          <p:cBhvr>
                                            <p:cTn id="54" dur="150" fill="hold"/>
                                            <p:tgtEl>
                                              <p:spTgt spid="94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55" presetID="53" presetClass="entr" presetSubtype="16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7" dur="300" fill="hold"/>
                                            <p:tgtEl>
                                              <p:spTgt spid="9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8" dur="300" fill="hold"/>
                                            <p:tgtEl>
                                              <p:spTgt spid="9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59" dur="300"/>
                                            <p:tgtEl>
                                              <p:spTgt spid="9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0" presetID="6" presetClass="emph" presetSubtype="0" autoRev="1" fill="hold" grpId="1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animScale>
                                          <p:cBhvr>
                                            <p:cTn id="61" dur="300" fill="hold"/>
                                            <p:tgtEl>
                                              <p:spTgt spid="95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2" fill="hold">
                                <p:stCondLst>
                                  <p:cond delay="3100"/>
                                </p:stCondLst>
                                <p:childTnLst>
                                  <p:par>
                                    <p:cTn id="63" presetID="22" presetClass="entr" presetSubtype="8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65" dur="25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6" fill="hold">
                                <p:stCondLst>
                                  <p:cond delay="3350"/>
                                </p:stCondLst>
                                <p:childTnLst>
                                  <p:par>
                                    <p:cTn id="67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9" dur="300" fill="hold"/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0" dur="300" fill="hold"/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71" dur="300"/>
                                            <p:tgtEl>
                                              <p:spTgt spid="8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2" presetID="6" presetClass="emph" presetSubtype="0" autoRev="1" fill="hold" grpId="1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animScale>
                                          <p:cBhvr>
                                            <p:cTn id="73" dur="150" fill="hold"/>
                                            <p:tgtEl>
                                              <p:spTgt spid="86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74" presetID="53" presetClass="entr" presetSubtype="16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6" dur="300" fill="hold"/>
                                            <p:tgtEl>
                                              <p:spTgt spid="8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7" dur="300" fill="hold"/>
                                            <p:tgtEl>
                                              <p:spTgt spid="8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78" dur="300"/>
                                            <p:tgtEl>
                                              <p:spTgt spid="8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9" presetID="6" presetClass="emph" presetSubtype="0" autoRev="1" fill="hold" grpId="1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animScale>
                                          <p:cBhvr>
                                            <p:cTn id="80" dur="300" fill="hold"/>
                                            <p:tgtEl>
                                              <p:spTgt spid="87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81" presetID="22" presetClass="entr" presetSubtype="8" fill="hold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83" dur="500"/>
                                            <p:tgtEl>
                                              <p:spTgt spid="9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4" fill="hold">
                                <p:stCondLst>
                                  <p:cond delay="4750"/>
                                </p:stCondLst>
                                <p:childTnLst>
                                  <p:par>
                                    <p:cTn id="85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87" dur="300" fill="hold"/>
                                            <p:tgtEl>
                                              <p:spTgt spid="8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8" dur="300" fill="hold"/>
                                            <p:tgtEl>
                                              <p:spTgt spid="8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89" dur="300"/>
                                            <p:tgtEl>
                                              <p:spTgt spid="8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0" presetID="6" presetClass="emph" presetSubtype="0" autoRev="1" fill="hold" grpId="1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animScale>
                                          <p:cBhvr>
                                            <p:cTn id="91" dur="150" fill="hold"/>
                                            <p:tgtEl>
                                              <p:spTgt spid="88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92" presetID="53" presetClass="entr" presetSubtype="16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9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94" dur="300" fill="hold"/>
                                            <p:tgtEl>
                                              <p:spTgt spid="8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5" dur="300" fill="hold"/>
                                            <p:tgtEl>
                                              <p:spTgt spid="8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6" dur="300"/>
                                            <p:tgtEl>
                                              <p:spTgt spid="8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7" presetID="6" presetClass="emph" presetSubtype="0" autoRev="1" fill="hold" grpId="1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animScale>
                                          <p:cBhvr>
                                            <p:cTn id="98" dur="300" fill="hold"/>
                                            <p:tgtEl>
                                              <p:spTgt spid="89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99" presetID="22" presetClass="entr" presetSubtype="8" fill="hold" nodeType="withEffect">
                                      <p:stCondLst>
                                        <p:cond delay="1200"/>
                                      </p:stCondLst>
                                      <p:childTnLst>
                                        <p:set>
                                          <p:cBhvr>
                                            <p:cTn id="10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01" dur="500"/>
                                            <p:tgtEl>
                                              <p:spTgt spid="9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02" fill="hold">
                                <p:stCondLst>
                                  <p:cond delay="6450"/>
                                </p:stCondLst>
                                <p:childTnLst>
                                  <p:par>
                                    <p:cTn id="103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05" dur="300" fill="hold"/>
                                            <p:tgtEl>
                                              <p:spTgt spid="9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6" dur="300" fill="hold"/>
                                            <p:tgtEl>
                                              <p:spTgt spid="9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07" dur="300"/>
                                            <p:tgtEl>
                                              <p:spTgt spid="9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08" fill="hold">
                                <p:stCondLst>
                                  <p:cond delay="6750"/>
                                </p:stCondLst>
                                <p:childTnLst>
                                  <p:par>
                                    <p:cTn id="109" presetID="6" presetClass="emph" presetSubtype="0" autoRev="1" fill="hold" grpId="1" nodeType="afterEffect">
                                      <p:stCondLst>
                                        <p:cond delay="300"/>
                                      </p:stCondLst>
                                      <p:childTnLst>
                                        <p:animScale>
                                          <p:cBhvr>
                                            <p:cTn id="110" dur="150" fill="hold"/>
                                            <p:tgtEl>
                                              <p:spTgt spid="90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111" presetID="53" presetClass="entr" presetSubtype="16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13" dur="300" fill="hold"/>
                                            <p:tgtEl>
                                              <p:spTgt spid="9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4" dur="300" fill="hold"/>
                                            <p:tgtEl>
                                              <p:spTgt spid="9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15" dur="300"/>
                                            <p:tgtEl>
                                              <p:spTgt spid="9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6" presetID="6" presetClass="emph" presetSubtype="0" autoRev="1" fill="hold" grpId="1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animScale>
                                          <p:cBhvr>
                                            <p:cTn id="117" dur="300" fill="hold"/>
                                            <p:tgtEl>
                                              <p:spTgt spid="91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118" presetID="22" presetClass="entr" presetSubtype="8" fill="hold" nodeType="withEffect">
                                      <p:stCondLst>
                                        <p:cond delay="1600"/>
                                      </p:stCondLst>
                                      <p:childTnLst>
                                        <p:set>
                                          <p:cBhvr>
                                            <p:cTn id="1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20" dur="500"/>
                                            <p:tgtEl>
                                              <p:spTgt spid="9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21" fill="hold">
                                <p:stCondLst>
                                  <p:cond delay="8850"/>
                                </p:stCondLst>
                                <p:childTnLst>
                                  <p:par>
                                    <p:cTn id="122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4" dur="300" fill="hold"/>
                                            <p:tgtEl>
                                              <p:spTgt spid="9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5" dur="300" fill="hold"/>
                                            <p:tgtEl>
                                              <p:spTgt spid="9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26" dur="300"/>
                                            <p:tgtEl>
                                              <p:spTgt spid="9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27" fill="hold">
                                <p:stCondLst>
                                  <p:cond delay="9150"/>
                                </p:stCondLst>
                                <p:childTnLst>
                                  <p:par>
                                    <p:cTn id="128" presetID="6" presetClass="emph" presetSubtype="0" autoRev="1" fill="hold" grpId="1" nodeType="afterEffect">
                                      <p:stCondLst>
                                        <p:cond delay="300"/>
                                      </p:stCondLst>
                                      <p:childTnLst>
                                        <p:animScale>
                                          <p:cBhvr>
                                            <p:cTn id="129" dur="150" fill="hold"/>
                                            <p:tgtEl>
                                              <p:spTgt spid="92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130" presetID="53" presetClass="entr" presetSubtype="16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32" dur="300" fill="hold"/>
                                            <p:tgtEl>
                                              <p:spTgt spid="9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3" dur="300" fill="hold"/>
                                            <p:tgtEl>
                                              <p:spTgt spid="9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34" dur="300"/>
                                            <p:tgtEl>
                                              <p:spTgt spid="9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5" presetID="6" presetClass="emph" presetSubtype="0" autoRev="1" fill="hold" grpId="1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animScale>
                                          <p:cBhvr>
                                            <p:cTn id="136" dur="300" fill="hold"/>
                                            <p:tgtEl>
                                              <p:spTgt spid="93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137" presetID="2" presetClass="entr" presetSubtype="2" fill="hold" grpId="0" nodeType="withEffect" p14:presetBounceEnd="58333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1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8333">
                                          <p:cBhvr additive="base">
                                            <p:cTn id="139" dur="6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8333">
                                          <p:cBhvr additive="base">
                                            <p:cTn id="140" dur="6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41" presetID="2" presetClass="entr" presetSubtype="2" fill="hold" grpId="0" nodeType="withEffect" p14:presetBounceEnd="58333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1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8333">
                                          <p:cBhvr additive="base">
                                            <p:cTn id="143" dur="6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8333">
                                          <p:cBhvr additive="base">
                                            <p:cTn id="144" dur="6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45" presetID="2" presetClass="entr" presetSubtype="2" fill="hold" grpId="0" nodeType="withEffect" p14:presetBounceEnd="58333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1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8333">
                                          <p:cBhvr additive="base">
                                            <p:cTn id="147" dur="6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8333">
                                          <p:cBhvr additive="base">
                                            <p:cTn id="148" dur="6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49" presetID="2" presetClass="entr" presetSubtype="2" fill="hold" grpId="0" nodeType="withEffect" p14:presetBounceEnd="58333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1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8333">
                                          <p:cBhvr additive="base">
                                            <p:cTn id="151" dur="6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8333">
                                          <p:cBhvr additive="base">
                                            <p:cTn id="152" dur="6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6" grpId="0" animBg="1"/>
          <p:bldP spid="36" grpId="1" animBg="1"/>
          <p:bldP spid="37" grpId="0" animBg="1"/>
          <p:bldP spid="37" grpId="1" animBg="1"/>
          <p:bldP spid="38" grpId="0" animBg="1"/>
          <p:bldP spid="38" grpId="1" animBg="1"/>
          <p:bldP spid="39" grpId="0" animBg="1"/>
          <p:bldP spid="39" grpId="1" animBg="1"/>
          <p:bldP spid="40" grpId="0" animBg="1"/>
          <p:bldP spid="40" grpId="1" animBg="1"/>
          <p:bldP spid="41" grpId="0" animBg="1"/>
          <p:bldP spid="41" grpId="1" animBg="1"/>
          <p:bldP spid="86" grpId="0" animBg="1"/>
          <p:bldP spid="86" grpId="1" animBg="1"/>
          <p:bldP spid="87" grpId="0"/>
          <p:bldP spid="87" grpId="1"/>
          <p:bldP spid="88" grpId="0" animBg="1"/>
          <p:bldP spid="88" grpId="1" animBg="1"/>
          <p:bldP spid="89" grpId="0"/>
          <p:bldP spid="89" grpId="1"/>
          <p:bldP spid="90" grpId="0" animBg="1"/>
          <p:bldP spid="90" grpId="1" animBg="1"/>
          <p:bldP spid="91" grpId="0"/>
          <p:bldP spid="91" grpId="1"/>
          <p:bldP spid="92" grpId="0" animBg="1"/>
          <p:bldP spid="92" grpId="1" animBg="1"/>
          <p:bldP spid="93" grpId="0"/>
          <p:bldP spid="93" grpId="1"/>
          <p:bldP spid="94" grpId="0" animBg="1"/>
          <p:bldP spid="94" grpId="1" animBg="1"/>
          <p:bldP spid="95" grpId="0"/>
          <p:bldP spid="95" grpId="1"/>
          <p:bldP spid="2" grpId="0"/>
          <p:bldP spid="4" grpId="0"/>
          <p:bldP spid="5" grpId="0"/>
          <p:bldP spid="6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53" presetClass="entr" presetSubtype="16" fill="hold" grpId="0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3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3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" dur="3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" presetID="6" presetClass="emph" presetSubtype="0" autoRev="1" fill="hold" grpId="1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animScale>
                                          <p:cBhvr>
                                            <p:cTn id="11" dur="150" fill="hold"/>
                                            <p:tgtEl>
                                              <p:spTgt spid="36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12" presetID="53" presetClass="entr" presetSubtype="16" fill="hold" grpId="0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4" dur="3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5" dur="3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6" dur="3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6" presetClass="emph" presetSubtype="0" autoRev="1" fill="hold" grpId="1" nodeType="withEffect">
                                      <p:stCondLst>
                                        <p:cond delay="900"/>
                                      </p:stCondLst>
                                      <p:childTnLst>
                                        <p:animScale>
                                          <p:cBhvr>
                                            <p:cTn id="18" dur="150" fill="hold"/>
                                            <p:tgtEl>
                                              <p:spTgt spid="37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19" presetID="53" presetClass="entr" presetSubtype="16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1" dur="3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2" dur="3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3" dur="3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4" presetID="6" presetClass="emph" presetSubtype="0" autoRev="1" fill="hold" grpId="1" nodeType="withEffect">
                                      <p:stCondLst>
                                        <p:cond delay="1400"/>
                                      </p:stCondLst>
                                      <p:childTnLst>
                                        <p:animScale>
                                          <p:cBhvr>
                                            <p:cTn id="25" dur="150" fill="hold"/>
                                            <p:tgtEl>
                                              <p:spTgt spid="38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26" presetID="53" presetClass="entr" presetSubtype="16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8" dur="3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9" dur="3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0" dur="3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1" presetID="6" presetClass="emph" presetSubtype="0" autoRev="1" fill="hold" grpId="1" nodeType="withEffect">
                                      <p:stCondLst>
                                        <p:cond delay="1400"/>
                                      </p:stCondLst>
                                      <p:childTnLst>
                                        <p:animScale>
                                          <p:cBhvr>
                                            <p:cTn id="32" dur="150" fill="hold"/>
                                            <p:tgtEl>
                                              <p:spTgt spid="39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33" presetID="53" presetClass="entr" presetSubtype="16" fill="hold" grpId="0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5" dur="3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6" dur="3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7" dur="3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8" presetID="6" presetClass="emph" presetSubtype="0" autoRev="1" fill="hold" grpId="1" nodeType="withEffect">
                                      <p:stCondLst>
                                        <p:cond delay="900"/>
                                      </p:stCondLst>
                                      <p:childTnLst>
                                        <p:animScale>
                                          <p:cBhvr>
                                            <p:cTn id="39" dur="150" fill="hold"/>
                                            <p:tgtEl>
                                              <p:spTgt spid="40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40" presetID="53" presetClass="entr" presetSubtype="16" fill="hold" grpId="0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2" dur="3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3" dur="3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4" dur="3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5" presetID="6" presetClass="emph" presetSubtype="0" autoRev="1" fill="hold" grpId="1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animScale>
                                          <p:cBhvr>
                                            <p:cTn id="46" dur="150" fill="hold"/>
                                            <p:tgtEl>
                                              <p:spTgt spid="41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7" fill="hold">
                                <p:stCondLst>
                                  <p:cond delay="1700"/>
                                </p:stCondLst>
                                <p:childTnLst>
                                  <p:par>
                                    <p:cTn id="48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0" dur="300" fill="hold"/>
                                            <p:tgtEl>
                                              <p:spTgt spid="9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1" dur="300" fill="hold"/>
                                            <p:tgtEl>
                                              <p:spTgt spid="9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52" dur="300"/>
                                            <p:tgtEl>
                                              <p:spTgt spid="9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3" presetID="6" presetClass="emph" presetSubtype="0" autoRev="1" fill="hold" grpId="1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animScale>
                                          <p:cBhvr>
                                            <p:cTn id="54" dur="150" fill="hold"/>
                                            <p:tgtEl>
                                              <p:spTgt spid="94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55" presetID="53" presetClass="entr" presetSubtype="16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7" dur="300" fill="hold"/>
                                            <p:tgtEl>
                                              <p:spTgt spid="9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8" dur="300" fill="hold"/>
                                            <p:tgtEl>
                                              <p:spTgt spid="9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59" dur="300"/>
                                            <p:tgtEl>
                                              <p:spTgt spid="9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0" presetID="6" presetClass="emph" presetSubtype="0" autoRev="1" fill="hold" grpId="1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animScale>
                                          <p:cBhvr>
                                            <p:cTn id="61" dur="300" fill="hold"/>
                                            <p:tgtEl>
                                              <p:spTgt spid="95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2" fill="hold">
                                <p:stCondLst>
                                  <p:cond delay="3100"/>
                                </p:stCondLst>
                                <p:childTnLst>
                                  <p:par>
                                    <p:cTn id="63" presetID="22" presetClass="entr" presetSubtype="8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65" dur="25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6" fill="hold">
                                <p:stCondLst>
                                  <p:cond delay="3350"/>
                                </p:stCondLst>
                                <p:childTnLst>
                                  <p:par>
                                    <p:cTn id="67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9" dur="300" fill="hold"/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0" dur="300" fill="hold"/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71" dur="300"/>
                                            <p:tgtEl>
                                              <p:spTgt spid="8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2" presetID="6" presetClass="emph" presetSubtype="0" autoRev="1" fill="hold" grpId="1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animScale>
                                          <p:cBhvr>
                                            <p:cTn id="73" dur="150" fill="hold"/>
                                            <p:tgtEl>
                                              <p:spTgt spid="86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74" presetID="53" presetClass="entr" presetSubtype="16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6" dur="300" fill="hold"/>
                                            <p:tgtEl>
                                              <p:spTgt spid="8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7" dur="300" fill="hold"/>
                                            <p:tgtEl>
                                              <p:spTgt spid="8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78" dur="300"/>
                                            <p:tgtEl>
                                              <p:spTgt spid="8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9" presetID="6" presetClass="emph" presetSubtype="0" autoRev="1" fill="hold" grpId="1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animScale>
                                          <p:cBhvr>
                                            <p:cTn id="80" dur="300" fill="hold"/>
                                            <p:tgtEl>
                                              <p:spTgt spid="87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81" presetID="22" presetClass="entr" presetSubtype="8" fill="hold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83" dur="500"/>
                                            <p:tgtEl>
                                              <p:spTgt spid="9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4" fill="hold">
                                <p:stCondLst>
                                  <p:cond delay="4750"/>
                                </p:stCondLst>
                                <p:childTnLst>
                                  <p:par>
                                    <p:cTn id="85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87" dur="300" fill="hold"/>
                                            <p:tgtEl>
                                              <p:spTgt spid="8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8" dur="300" fill="hold"/>
                                            <p:tgtEl>
                                              <p:spTgt spid="8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89" dur="300"/>
                                            <p:tgtEl>
                                              <p:spTgt spid="8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0" presetID="6" presetClass="emph" presetSubtype="0" autoRev="1" fill="hold" grpId="1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animScale>
                                          <p:cBhvr>
                                            <p:cTn id="91" dur="150" fill="hold"/>
                                            <p:tgtEl>
                                              <p:spTgt spid="88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92" presetID="53" presetClass="entr" presetSubtype="16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9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94" dur="300" fill="hold"/>
                                            <p:tgtEl>
                                              <p:spTgt spid="8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5" dur="300" fill="hold"/>
                                            <p:tgtEl>
                                              <p:spTgt spid="8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6" dur="300"/>
                                            <p:tgtEl>
                                              <p:spTgt spid="8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7" presetID="6" presetClass="emph" presetSubtype="0" autoRev="1" fill="hold" grpId="1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animScale>
                                          <p:cBhvr>
                                            <p:cTn id="98" dur="300" fill="hold"/>
                                            <p:tgtEl>
                                              <p:spTgt spid="89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99" presetID="22" presetClass="entr" presetSubtype="8" fill="hold" nodeType="withEffect">
                                      <p:stCondLst>
                                        <p:cond delay="1200"/>
                                      </p:stCondLst>
                                      <p:childTnLst>
                                        <p:set>
                                          <p:cBhvr>
                                            <p:cTn id="10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01" dur="500"/>
                                            <p:tgtEl>
                                              <p:spTgt spid="9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02" fill="hold">
                                <p:stCondLst>
                                  <p:cond delay="6450"/>
                                </p:stCondLst>
                                <p:childTnLst>
                                  <p:par>
                                    <p:cTn id="103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05" dur="300" fill="hold"/>
                                            <p:tgtEl>
                                              <p:spTgt spid="9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6" dur="300" fill="hold"/>
                                            <p:tgtEl>
                                              <p:spTgt spid="9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07" dur="300"/>
                                            <p:tgtEl>
                                              <p:spTgt spid="9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08" fill="hold">
                                <p:stCondLst>
                                  <p:cond delay="6750"/>
                                </p:stCondLst>
                                <p:childTnLst>
                                  <p:par>
                                    <p:cTn id="109" presetID="6" presetClass="emph" presetSubtype="0" autoRev="1" fill="hold" grpId="1" nodeType="afterEffect">
                                      <p:stCondLst>
                                        <p:cond delay="300"/>
                                      </p:stCondLst>
                                      <p:childTnLst>
                                        <p:animScale>
                                          <p:cBhvr>
                                            <p:cTn id="110" dur="150" fill="hold"/>
                                            <p:tgtEl>
                                              <p:spTgt spid="90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111" presetID="53" presetClass="entr" presetSubtype="16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13" dur="300" fill="hold"/>
                                            <p:tgtEl>
                                              <p:spTgt spid="9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4" dur="300" fill="hold"/>
                                            <p:tgtEl>
                                              <p:spTgt spid="9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15" dur="300"/>
                                            <p:tgtEl>
                                              <p:spTgt spid="9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6" presetID="6" presetClass="emph" presetSubtype="0" autoRev="1" fill="hold" grpId="1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animScale>
                                          <p:cBhvr>
                                            <p:cTn id="117" dur="300" fill="hold"/>
                                            <p:tgtEl>
                                              <p:spTgt spid="91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118" presetID="22" presetClass="entr" presetSubtype="8" fill="hold" nodeType="withEffect">
                                      <p:stCondLst>
                                        <p:cond delay="1600"/>
                                      </p:stCondLst>
                                      <p:childTnLst>
                                        <p:set>
                                          <p:cBhvr>
                                            <p:cTn id="1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20" dur="500"/>
                                            <p:tgtEl>
                                              <p:spTgt spid="9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21" fill="hold">
                                <p:stCondLst>
                                  <p:cond delay="8850"/>
                                </p:stCondLst>
                                <p:childTnLst>
                                  <p:par>
                                    <p:cTn id="122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4" dur="300" fill="hold"/>
                                            <p:tgtEl>
                                              <p:spTgt spid="9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5" dur="300" fill="hold"/>
                                            <p:tgtEl>
                                              <p:spTgt spid="9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26" dur="300"/>
                                            <p:tgtEl>
                                              <p:spTgt spid="9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27" fill="hold">
                                <p:stCondLst>
                                  <p:cond delay="9150"/>
                                </p:stCondLst>
                                <p:childTnLst>
                                  <p:par>
                                    <p:cTn id="128" presetID="6" presetClass="emph" presetSubtype="0" autoRev="1" fill="hold" grpId="1" nodeType="afterEffect">
                                      <p:stCondLst>
                                        <p:cond delay="300"/>
                                      </p:stCondLst>
                                      <p:childTnLst>
                                        <p:animScale>
                                          <p:cBhvr>
                                            <p:cTn id="129" dur="150" fill="hold"/>
                                            <p:tgtEl>
                                              <p:spTgt spid="92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130" presetID="53" presetClass="entr" presetSubtype="16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32" dur="300" fill="hold"/>
                                            <p:tgtEl>
                                              <p:spTgt spid="9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3" dur="300" fill="hold"/>
                                            <p:tgtEl>
                                              <p:spTgt spid="9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34" dur="300"/>
                                            <p:tgtEl>
                                              <p:spTgt spid="9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5" presetID="6" presetClass="emph" presetSubtype="0" autoRev="1" fill="hold" grpId="1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animScale>
                                          <p:cBhvr>
                                            <p:cTn id="136" dur="300" fill="hold"/>
                                            <p:tgtEl>
                                              <p:spTgt spid="93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137" presetID="2" presetClass="entr" presetSubtype="2" fill="hold" grpId="0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1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39" dur="6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40" dur="6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41" presetID="2" presetClass="entr" presetSubtype="2" fill="hold" grpId="0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1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43" dur="6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44" dur="6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45" presetID="2" presetClass="entr" presetSubtype="2" fill="hold" grpId="0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1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47" dur="6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48" dur="6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49" presetID="2" presetClass="entr" presetSubtype="2" fill="hold" grpId="0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1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1" dur="6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52" dur="6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6" grpId="0" animBg="1"/>
          <p:bldP spid="36" grpId="1" animBg="1"/>
          <p:bldP spid="37" grpId="0" animBg="1"/>
          <p:bldP spid="37" grpId="1" animBg="1"/>
          <p:bldP spid="38" grpId="0" animBg="1"/>
          <p:bldP spid="38" grpId="1" animBg="1"/>
          <p:bldP spid="39" grpId="0" animBg="1"/>
          <p:bldP spid="39" grpId="1" animBg="1"/>
          <p:bldP spid="40" grpId="0" animBg="1"/>
          <p:bldP spid="40" grpId="1" animBg="1"/>
          <p:bldP spid="41" grpId="0" animBg="1"/>
          <p:bldP spid="41" grpId="1" animBg="1"/>
          <p:bldP spid="86" grpId="0" animBg="1"/>
          <p:bldP spid="86" grpId="1" animBg="1"/>
          <p:bldP spid="87" grpId="0"/>
          <p:bldP spid="87" grpId="1"/>
          <p:bldP spid="88" grpId="0" animBg="1"/>
          <p:bldP spid="88" grpId="1" animBg="1"/>
          <p:bldP spid="89" grpId="0"/>
          <p:bldP spid="89" grpId="1"/>
          <p:bldP spid="90" grpId="0" animBg="1"/>
          <p:bldP spid="90" grpId="1" animBg="1"/>
          <p:bldP spid="91" grpId="0"/>
          <p:bldP spid="91" grpId="1"/>
          <p:bldP spid="92" grpId="0" animBg="1"/>
          <p:bldP spid="92" grpId="1" animBg="1"/>
          <p:bldP spid="93" grpId="0"/>
          <p:bldP spid="93" grpId="1"/>
          <p:bldP spid="94" grpId="0" animBg="1"/>
          <p:bldP spid="94" grpId="1" animBg="1"/>
          <p:bldP spid="95" grpId="0"/>
          <p:bldP spid="95" grpId="1"/>
          <p:bldP spid="2" grpId="0"/>
          <p:bldP spid="4" grpId="0"/>
          <p:bldP spid="5" grpId="0"/>
          <p:bldP spid="6" grpId="0"/>
        </p:bldLst>
      </p:timing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5693487" y="2559577"/>
            <a:ext cx="6496309" cy="1223433"/>
          </a:xfrm>
          <a:custGeom>
            <a:avLst/>
            <a:gdLst/>
            <a:ahLst/>
            <a:cxnLst/>
            <a:rect l="l" t="t" r="r" b="b"/>
            <a:pathLst>
              <a:path w="6497813" h="1223716">
                <a:moveTo>
                  <a:pt x="0" y="0"/>
                </a:moveTo>
                <a:lnTo>
                  <a:pt x="6497813" y="0"/>
                </a:lnTo>
                <a:lnTo>
                  <a:pt x="6497813" y="1223716"/>
                </a:lnTo>
                <a:lnTo>
                  <a:pt x="124270" y="1223716"/>
                </a:lnTo>
                <a:cubicBezTo>
                  <a:pt x="210685" y="1069007"/>
                  <a:pt x="259682" y="890681"/>
                  <a:pt x="259682" y="700911"/>
                </a:cubicBezTo>
                <a:cubicBezTo>
                  <a:pt x="259682" y="433116"/>
                  <a:pt x="162111" y="188110"/>
                  <a:pt x="0" y="0"/>
                </a:cubicBezTo>
                <a:close/>
              </a:path>
            </a:pathLst>
          </a:custGeom>
          <a:gradFill>
            <a:gsLst>
              <a:gs pos="0">
                <a:srgbClr val="108692"/>
              </a:gs>
              <a:gs pos="100000">
                <a:srgbClr val="16B2C1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3632519" y="2181725"/>
            <a:ext cx="2157203" cy="2157203"/>
          </a:xfrm>
          <a:prstGeom prst="ellipse">
            <a:avLst/>
          </a:prstGeom>
          <a:gradFill flip="none" rotWithShape="1">
            <a:gsLst>
              <a:gs pos="90000">
                <a:srgbClr val="108692"/>
              </a:gs>
              <a:gs pos="30000">
                <a:srgbClr val="16B2C1"/>
              </a:gs>
            </a:gsLst>
            <a:lin ang="2700000" scaled="1"/>
            <a:tileRect/>
          </a:gradFill>
          <a:ln w="25400">
            <a:gradFill>
              <a:gsLst>
                <a:gs pos="0">
                  <a:srgbClr val="108692"/>
                </a:gs>
                <a:gs pos="100000">
                  <a:srgbClr val="16B2C1"/>
                </a:gs>
              </a:gsLst>
              <a:lin ang="5400000" scaled="0"/>
            </a:gradFill>
          </a:ln>
          <a:effectLst>
            <a:outerShdw blurRad="254000" dist="127000" dir="3540000" algn="tl" rotWithShape="0">
              <a:schemeClr val="tx1">
                <a:lumMod val="95000"/>
                <a:lumOff val="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0" tIns="45704" rIns="91410" bIns="45704" rtlCol="0" anchor="ctr"/>
          <a:lstStyle/>
          <a:p>
            <a:pPr algn="ctr"/>
            <a:endParaRPr lang="zh-CN" altLang="en-US">
              <a:gradFill flip="none" rotWithShape="1">
                <a:gsLst>
                  <a:gs pos="0">
                    <a:schemeClr val="lt1">
                      <a:shade val="30000"/>
                      <a:satMod val="115000"/>
                    </a:schemeClr>
                  </a:gs>
                  <a:gs pos="50000">
                    <a:schemeClr val="lt1">
                      <a:shade val="67500"/>
                      <a:satMod val="115000"/>
                    </a:schemeClr>
                  </a:gs>
                  <a:gs pos="100000">
                    <a:schemeClr val="lt1">
                      <a:shade val="100000"/>
                      <a:satMod val="115000"/>
                    </a:schemeClr>
                  </a:gs>
                </a:gsLst>
                <a:lin ang="2700000" scaled="1"/>
                <a:tileRect/>
              </a:gra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6176196" y="2689303"/>
            <a:ext cx="5789020" cy="830801"/>
          </a:xfrm>
          <a:prstGeom prst="rect">
            <a:avLst/>
          </a:prstGeom>
        </p:spPr>
        <p:txBody>
          <a:bodyPr wrap="square" lIns="91416" tIns="45707" rIns="91416" bIns="45707">
            <a:spAutoFit/>
          </a:bodyPr>
          <a:lstStyle/>
          <a:p>
            <a:r>
              <a:rPr lang="zh-CN" altLang="en-US" sz="4799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数据预处理的任务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49768" y="2525639"/>
            <a:ext cx="2157203" cy="1323123"/>
          </a:xfrm>
          <a:prstGeom prst="rect">
            <a:avLst/>
          </a:prstGeom>
          <a:noFill/>
        </p:spPr>
        <p:txBody>
          <a:bodyPr wrap="square" lIns="91410" tIns="45704" rIns="91410" bIns="45704" rtlCol="0">
            <a:spAutoFit/>
          </a:bodyPr>
          <a:lstStyle/>
          <a:p>
            <a:pPr algn="ctr"/>
            <a:r>
              <a:rPr lang="en-US" altLang="zh-CN" sz="7998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A</a:t>
            </a:r>
            <a:endParaRPr lang="zh-CN" altLang="en-US" sz="7998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12798836"/>
      </p:ext>
    </p:extLst>
  </p:cSld>
  <p:clrMapOvr>
    <a:masterClrMapping/>
  </p:clrMapOvr>
  <p:transition spd="slow" advTm="1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autoRev="1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11" dur="150" fill="hold"/>
                                        <p:tgtEl>
                                          <p:spTgt spid="9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" presetClass="emph" presetSubtype="0" autoRev="1" fill="hold" grpId="1" nodeType="withEffect">
                                  <p:stCondLst>
                                    <p:cond delay="800"/>
                                  </p:stCondLst>
                                  <p:childTnLst>
                                    <p:animScale>
                                      <p:cBhvr>
                                        <p:cTn id="18" dur="300" fill="hold"/>
                                        <p:tgtEl>
                                          <p:spTgt spid="13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4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900"/>
                            </p:stCondLst>
                            <p:childTnLst>
                              <p:par>
                                <p:cTn id="24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9" grpId="0" animBg="1"/>
      <p:bldP spid="9" grpId="1" animBg="1"/>
      <p:bldP spid="11" grpId="0"/>
      <p:bldP spid="13" grpId="0"/>
      <p:bldP spid="13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5ACCD507-CA5B-EE2E-0693-6E66942198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2344" y="473060"/>
            <a:ext cx="6502734" cy="6096313"/>
          </a:xfrm>
          <a:prstGeom prst="rect">
            <a:avLst/>
          </a:prstGeom>
        </p:spPr>
      </p:pic>
      <p:grpSp>
        <p:nvGrpSpPr>
          <p:cNvPr id="53" name="组合 52"/>
          <p:cNvGrpSpPr/>
          <p:nvPr/>
        </p:nvGrpSpPr>
        <p:grpSpPr>
          <a:xfrm>
            <a:off x="2748" y="396002"/>
            <a:ext cx="4064226" cy="698853"/>
            <a:chOff x="543" y="396093"/>
            <a:chExt cx="4065167" cy="699015"/>
          </a:xfrm>
          <a:gradFill>
            <a:gsLst>
              <a:gs pos="90000">
                <a:srgbClr val="108692"/>
              </a:gs>
              <a:gs pos="30000">
                <a:srgbClr val="16B2C1"/>
              </a:gs>
            </a:gsLst>
            <a:lin ang="2700000" scaled="1"/>
          </a:gradFill>
        </p:grpSpPr>
        <p:sp>
          <p:nvSpPr>
            <p:cNvPr id="54" name="矩形 157"/>
            <p:cNvSpPr/>
            <p:nvPr/>
          </p:nvSpPr>
          <p:spPr>
            <a:xfrm>
              <a:off x="543" y="473171"/>
              <a:ext cx="3557021" cy="544859"/>
            </a:xfrm>
            <a:custGeom>
              <a:avLst/>
              <a:gdLst/>
              <a:ahLst/>
              <a:cxnLst/>
              <a:rect l="l" t="t" r="r" b="b"/>
              <a:pathLst>
                <a:path w="3557021" h="544859">
                  <a:moveTo>
                    <a:pt x="856047" y="0"/>
                  </a:moveTo>
                  <a:lnTo>
                    <a:pt x="3557021" y="0"/>
                  </a:lnTo>
                  <a:lnTo>
                    <a:pt x="3557021" y="544859"/>
                  </a:lnTo>
                  <a:lnTo>
                    <a:pt x="868779" y="544859"/>
                  </a:lnTo>
                  <a:cubicBezTo>
                    <a:pt x="939787" y="477952"/>
                    <a:pt x="983711" y="382946"/>
                    <a:pt x="983711" y="277682"/>
                  </a:cubicBezTo>
                  <a:cubicBezTo>
                    <a:pt x="983711" y="166471"/>
                    <a:pt x="934684" y="66711"/>
                    <a:pt x="856047" y="0"/>
                  </a:cubicBezTo>
                  <a:close/>
                  <a:moveTo>
                    <a:pt x="0" y="0"/>
                  </a:moveTo>
                  <a:lnTo>
                    <a:pt x="370799" y="0"/>
                  </a:lnTo>
                  <a:cubicBezTo>
                    <a:pt x="292162" y="66711"/>
                    <a:pt x="243135" y="166471"/>
                    <a:pt x="243135" y="277682"/>
                  </a:cubicBezTo>
                  <a:cubicBezTo>
                    <a:pt x="243135" y="382946"/>
                    <a:pt x="287059" y="477952"/>
                    <a:pt x="358067" y="544859"/>
                  </a:cubicBezTo>
                  <a:lnTo>
                    <a:pt x="0" y="544859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等腰三角形 54"/>
            <p:cNvSpPr/>
            <p:nvPr/>
          </p:nvSpPr>
          <p:spPr>
            <a:xfrm rot="5400000">
              <a:off x="3460182" y="489581"/>
              <a:ext cx="699015" cy="512040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6" name="标题 1"/>
          <p:cNvSpPr txBox="1">
            <a:spLocks/>
          </p:cNvSpPr>
          <p:nvPr/>
        </p:nvSpPr>
        <p:spPr>
          <a:xfrm>
            <a:off x="2138901" y="-1066704"/>
            <a:ext cx="1106886" cy="237387"/>
          </a:xfrm>
          <a:prstGeom prst="rect">
            <a:avLst/>
          </a:prstGeom>
        </p:spPr>
        <p:txBody>
          <a:bodyPr lIns="91416" tIns="45707" rIns="91416" bIns="45707">
            <a:normAutofit fontScale="32500" lnSpcReduction="20000"/>
          </a:bodyPr>
          <a:lstStyle>
            <a:lvl1pPr algn="ctr" defTabSz="914345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799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河南的古人文风景</a:t>
            </a:r>
            <a:endParaRPr lang="en-US" altLang="zh-CN" sz="2799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7" name="椭圆 56"/>
          <p:cNvSpPr/>
          <p:nvPr/>
        </p:nvSpPr>
        <p:spPr>
          <a:xfrm>
            <a:off x="118530" y="380476"/>
            <a:ext cx="740405" cy="740405"/>
          </a:xfrm>
          <a:prstGeom prst="ellipse">
            <a:avLst/>
          </a:prstGeom>
          <a:gradFill flip="none" rotWithShape="1">
            <a:gsLst>
              <a:gs pos="90000">
                <a:srgbClr val="108692"/>
              </a:gs>
              <a:gs pos="30000">
                <a:srgbClr val="16B2C1"/>
              </a:gs>
            </a:gsLst>
            <a:lin ang="2700000" scaled="1"/>
            <a:tileRect/>
          </a:gradFill>
          <a:ln w="25400">
            <a:gradFill>
              <a:gsLst>
                <a:gs pos="0">
                  <a:srgbClr val="108692"/>
                </a:gs>
                <a:gs pos="100000">
                  <a:srgbClr val="16B2C1"/>
                </a:gs>
              </a:gsLst>
              <a:lin ang="5400000" scaled="0"/>
            </a:gradFill>
          </a:ln>
          <a:effectLst>
            <a:outerShdw blurRad="254000" dist="76200" dir="3540000" algn="tl" rotWithShape="0">
              <a:schemeClr val="tx1">
                <a:lumMod val="95000"/>
                <a:lumOff val="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0" tIns="45704" rIns="91410" bIns="45704" rtlCol="0" anchor="ctr"/>
          <a:lstStyle/>
          <a:p>
            <a:pPr algn="ctr"/>
            <a:endParaRPr lang="zh-CN" altLang="en-US">
              <a:gradFill flip="none" rotWithShape="1">
                <a:gsLst>
                  <a:gs pos="0">
                    <a:schemeClr val="lt1">
                      <a:shade val="30000"/>
                      <a:satMod val="115000"/>
                    </a:schemeClr>
                  </a:gs>
                  <a:gs pos="50000">
                    <a:schemeClr val="lt1">
                      <a:shade val="67500"/>
                      <a:satMod val="115000"/>
                    </a:schemeClr>
                  </a:gs>
                  <a:gs pos="100000">
                    <a:schemeClr val="lt1">
                      <a:shade val="100000"/>
                      <a:satMod val="115000"/>
                    </a:schemeClr>
                  </a:gs>
                </a:gsLst>
                <a:lin ang="2700000" scaled="1"/>
                <a:tileRect/>
              </a:gradFill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74359" y="420385"/>
            <a:ext cx="877155" cy="646171"/>
          </a:xfrm>
          <a:prstGeom prst="rect">
            <a:avLst/>
          </a:prstGeom>
          <a:noFill/>
        </p:spPr>
        <p:txBody>
          <a:bodyPr wrap="square" lIns="91410" tIns="45704" rIns="91410" bIns="45704" rtlCol="0">
            <a:spAutoFit/>
          </a:bodyPr>
          <a:lstStyle/>
          <a:p>
            <a:pPr algn="ctr"/>
            <a:r>
              <a:rPr lang="en-US" altLang="zh-CN" sz="3599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endParaRPr lang="zh-CN" altLang="en-US" sz="3599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254886D-497F-551F-EAB0-4A4FF06D6CF7}"/>
              </a:ext>
            </a:extLst>
          </p:cNvPr>
          <p:cNvSpPr txBox="1"/>
          <p:nvPr/>
        </p:nvSpPr>
        <p:spPr>
          <a:xfrm>
            <a:off x="1023126" y="473061"/>
            <a:ext cx="3193222" cy="476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5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数据预处理的任务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D0C8EA8A-8EBA-0C4B-7625-D49E18C14077}"/>
                  </a:ext>
                </a:extLst>
              </p14:cNvPr>
              <p14:cNvContentPartPr/>
              <p14:nvPr/>
            </p14:nvContentPartPr>
            <p14:xfrm>
              <a:off x="8492662" y="2694295"/>
              <a:ext cx="352800" cy="2916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D0C8EA8A-8EBA-0C4B-7625-D49E18C1407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439022" y="2586295"/>
                <a:ext cx="460440" cy="24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66DB9106-8281-CC05-5604-F6B3B798C2EE}"/>
                  </a:ext>
                </a:extLst>
              </p14:cNvPr>
              <p14:cNvContentPartPr/>
              <p14:nvPr/>
            </p14:nvContentPartPr>
            <p14:xfrm>
              <a:off x="8671582" y="2640655"/>
              <a:ext cx="563400" cy="145800"/>
            </p14:xfrm>
          </p:contentPart>
        </mc:Choice>
        <mc:Fallback xmlns=""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66DB9106-8281-CC05-5604-F6B3B798C2E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617582" y="2533015"/>
                <a:ext cx="671040" cy="36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1CDC9F17-539A-A9DF-1A13-CA08980A4536}"/>
                  </a:ext>
                </a:extLst>
              </p14:cNvPr>
              <p14:cNvContentPartPr/>
              <p14:nvPr/>
            </p14:nvContentPartPr>
            <p14:xfrm>
              <a:off x="6123502" y="2805175"/>
              <a:ext cx="360" cy="360"/>
            </p14:xfrm>
          </p:contentPart>
        </mc:Choice>
        <mc:Fallback xmlns=""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1CDC9F17-539A-A9DF-1A13-CA08980A453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069502" y="2697535"/>
                <a:ext cx="108000" cy="21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88777280"/>
      </p:ext>
    </p:extLst>
  </p:cSld>
  <p:clrMapOvr>
    <a:masterClrMapping/>
  </p:clrMapOvr>
  <p:transition spd="slow" advTm="1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" presetClass="emph" presetSubtype="0" autoRev="1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14" dur="150" fill="hold"/>
                                        <p:tgtEl>
                                          <p:spTgt spid="57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3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6" presetClass="emph" presetSubtype="0" autoRev="1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Scale>
                                      <p:cBhvr>
                                        <p:cTn id="21" dur="300" fill="hold"/>
                                        <p:tgtEl>
                                          <p:spTgt spid="58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85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/>
      <p:bldP spid="57" grpId="0" animBg="1"/>
      <p:bldP spid="57" grpId="1" animBg="1"/>
      <p:bldP spid="58" grpId="0"/>
      <p:bldP spid="58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1239CF-0D4C-2C6F-C697-BB17E75E3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组合 52">
            <a:extLst>
              <a:ext uri="{FF2B5EF4-FFF2-40B4-BE49-F238E27FC236}">
                <a16:creationId xmlns:a16="http://schemas.microsoft.com/office/drawing/2014/main" id="{A51C59E3-3A4A-0B6B-49BB-16B767D20DBE}"/>
              </a:ext>
            </a:extLst>
          </p:cNvPr>
          <p:cNvGrpSpPr/>
          <p:nvPr/>
        </p:nvGrpSpPr>
        <p:grpSpPr>
          <a:xfrm>
            <a:off x="2747" y="396002"/>
            <a:ext cx="4693943" cy="698853"/>
            <a:chOff x="543" y="396093"/>
            <a:chExt cx="4065167" cy="699015"/>
          </a:xfrm>
          <a:gradFill>
            <a:gsLst>
              <a:gs pos="90000">
                <a:srgbClr val="108692"/>
              </a:gs>
              <a:gs pos="30000">
                <a:srgbClr val="16B2C1"/>
              </a:gs>
            </a:gsLst>
            <a:lin ang="2700000" scaled="1"/>
          </a:gradFill>
        </p:grpSpPr>
        <p:sp>
          <p:nvSpPr>
            <p:cNvPr id="54" name="矩形 157">
              <a:extLst>
                <a:ext uri="{FF2B5EF4-FFF2-40B4-BE49-F238E27FC236}">
                  <a16:creationId xmlns:a16="http://schemas.microsoft.com/office/drawing/2014/main" id="{0E3884C9-8AC5-B921-2EFB-7BD62CD4A63B}"/>
                </a:ext>
              </a:extLst>
            </p:cNvPr>
            <p:cNvSpPr/>
            <p:nvPr/>
          </p:nvSpPr>
          <p:spPr>
            <a:xfrm>
              <a:off x="543" y="473171"/>
              <a:ext cx="3557021" cy="544859"/>
            </a:xfrm>
            <a:custGeom>
              <a:avLst/>
              <a:gdLst/>
              <a:ahLst/>
              <a:cxnLst/>
              <a:rect l="l" t="t" r="r" b="b"/>
              <a:pathLst>
                <a:path w="3557021" h="544859">
                  <a:moveTo>
                    <a:pt x="856047" y="0"/>
                  </a:moveTo>
                  <a:lnTo>
                    <a:pt x="3557021" y="0"/>
                  </a:lnTo>
                  <a:lnTo>
                    <a:pt x="3557021" y="544859"/>
                  </a:lnTo>
                  <a:lnTo>
                    <a:pt x="868779" y="544859"/>
                  </a:lnTo>
                  <a:cubicBezTo>
                    <a:pt x="939787" y="477952"/>
                    <a:pt x="983711" y="382946"/>
                    <a:pt x="983711" y="277682"/>
                  </a:cubicBezTo>
                  <a:cubicBezTo>
                    <a:pt x="983711" y="166471"/>
                    <a:pt x="934684" y="66711"/>
                    <a:pt x="856047" y="0"/>
                  </a:cubicBezTo>
                  <a:close/>
                  <a:moveTo>
                    <a:pt x="0" y="0"/>
                  </a:moveTo>
                  <a:lnTo>
                    <a:pt x="370799" y="0"/>
                  </a:lnTo>
                  <a:cubicBezTo>
                    <a:pt x="292162" y="66711"/>
                    <a:pt x="243135" y="166471"/>
                    <a:pt x="243135" y="277682"/>
                  </a:cubicBezTo>
                  <a:cubicBezTo>
                    <a:pt x="243135" y="382946"/>
                    <a:pt x="287059" y="477952"/>
                    <a:pt x="358067" y="544859"/>
                  </a:cubicBezTo>
                  <a:lnTo>
                    <a:pt x="0" y="544859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等腰三角形 54">
              <a:extLst>
                <a:ext uri="{FF2B5EF4-FFF2-40B4-BE49-F238E27FC236}">
                  <a16:creationId xmlns:a16="http://schemas.microsoft.com/office/drawing/2014/main" id="{3A9F146F-BADB-3A63-0357-8E955C779F95}"/>
                </a:ext>
              </a:extLst>
            </p:cNvPr>
            <p:cNvSpPr/>
            <p:nvPr/>
          </p:nvSpPr>
          <p:spPr>
            <a:xfrm rot="5400000">
              <a:off x="3460182" y="489581"/>
              <a:ext cx="699015" cy="512040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6" name="标题 1">
            <a:extLst>
              <a:ext uri="{FF2B5EF4-FFF2-40B4-BE49-F238E27FC236}">
                <a16:creationId xmlns:a16="http://schemas.microsoft.com/office/drawing/2014/main" id="{73E51067-71B4-95FF-AE3E-EAB70FC309BA}"/>
              </a:ext>
            </a:extLst>
          </p:cNvPr>
          <p:cNvSpPr txBox="1">
            <a:spLocks/>
          </p:cNvSpPr>
          <p:nvPr/>
        </p:nvSpPr>
        <p:spPr>
          <a:xfrm>
            <a:off x="2138901" y="-1066704"/>
            <a:ext cx="1106886" cy="237387"/>
          </a:xfrm>
          <a:prstGeom prst="rect">
            <a:avLst/>
          </a:prstGeom>
        </p:spPr>
        <p:txBody>
          <a:bodyPr lIns="91416" tIns="45707" rIns="91416" bIns="45707">
            <a:normAutofit fontScale="32500" lnSpcReduction="20000"/>
          </a:bodyPr>
          <a:lstStyle>
            <a:lvl1pPr algn="ctr" defTabSz="914345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799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河南的古人文风景</a:t>
            </a:r>
            <a:endParaRPr lang="en-US" altLang="zh-CN" sz="2799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7" name="椭圆 56">
            <a:extLst>
              <a:ext uri="{FF2B5EF4-FFF2-40B4-BE49-F238E27FC236}">
                <a16:creationId xmlns:a16="http://schemas.microsoft.com/office/drawing/2014/main" id="{EF95C332-BED1-F37C-DCCD-4F22007A9F47}"/>
              </a:ext>
            </a:extLst>
          </p:cNvPr>
          <p:cNvSpPr/>
          <p:nvPr/>
        </p:nvSpPr>
        <p:spPr>
          <a:xfrm>
            <a:off x="118530" y="380476"/>
            <a:ext cx="740405" cy="740405"/>
          </a:xfrm>
          <a:prstGeom prst="ellipse">
            <a:avLst/>
          </a:prstGeom>
          <a:gradFill flip="none" rotWithShape="1">
            <a:gsLst>
              <a:gs pos="90000">
                <a:srgbClr val="108692"/>
              </a:gs>
              <a:gs pos="30000">
                <a:srgbClr val="16B2C1"/>
              </a:gs>
            </a:gsLst>
            <a:lin ang="2700000" scaled="1"/>
            <a:tileRect/>
          </a:gradFill>
          <a:ln w="25400">
            <a:gradFill>
              <a:gsLst>
                <a:gs pos="0">
                  <a:srgbClr val="108692"/>
                </a:gs>
                <a:gs pos="100000">
                  <a:srgbClr val="16B2C1"/>
                </a:gs>
              </a:gsLst>
              <a:lin ang="5400000" scaled="0"/>
            </a:gradFill>
          </a:ln>
          <a:effectLst>
            <a:outerShdw blurRad="254000" dist="76200" dir="3540000" algn="tl" rotWithShape="0">
              <a:schemeClr val="tx1">
                <a:lumMod val="95000"/>
                <a:lumOff val="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0" tIns="45704" rIns="91410" bIns="45704" rtlCol="0" anchor="ctr"/>
          <a:lstStyle/>
          <a:p>
            <a:pPr algn="ctr"/>
            <a:endParaRPr lang="zh-CN" altLang="en-US">
              <a:gradFill flip="none" rotWithShape="1">
                <a:gsLst>
                  <a:gs pos="0">
                    <a:schemeClr val="lt1">
                      <a:shade val="30000"/>
                      <a:satMod val="115000"/>
                    </a:schemeClr>
                  </a:gs>
                  <a:gs pos="50000">
                    <a:schemeClr val="lt1">
                      <a:shade val="67500"/>
                      <a:satMod val="115000"/>
                    </a:schemeClr>
                  </a:gs>
                  <a:gs pos="100000">
                    <a:schemeClr val="lt1">
                      <a:shade val="100000"/>
                      <a:satMod val="115000"/>
                    </a:schemeClr>
                  </a:gs>
                </a:gsLst>
                <a:lin ang="2700000" scaled="1"/>
                <a:tileRect/>
              </a:gra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7A267FB-C0F2-3024-D8C7-35CA1AC0CCD7}"/>
              </a:ext>
            </a:extLst>
          </p:cNvPr>
          <p:cNvSpPr txBox="1"/>
          <p:nvPr/>
        </p:nvSpPr>
        <p:spPr>
          <a:xfrm>
            <a:off x="74359" y="420385"/>
            <a:ext cx="877155" cy="646171"/>
          </a:xfrm>
          <a:prstGeom prst="rect">
            <a:avLst/>
          </a:prstGeom>
          <a:noFill/>
        </p:spPr>
        <p:txBody>
          <a:bodyPr wrap="square" lIns="91410" tIns="45704" rIns="91410" bIns="45704" rtlCol="0">
            <a:spAutoFit/>
          </a:bodyPr>
          <a:lstStyle/>
          <a:p>
            <a:pPr algn="ctr"/>
            <a:r>
              <a:rPr lang="en-US" altLang="zh-CN" sz="3599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endParaRPr lang="zh-CN" altLang="en-US" sz="3599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654D0D3-2090-1C45-6185-7B9A7551A710}"/>
              </a:ext>
            </a:extLst>
          </p:cNvPr>
          <p:cNvSpPr txBox="1"/>
          <p:nvPr/>
        </p:nvSpPr>
        <p:spPr>
          <a:xfrm>
            <a:off x="1078542" y="473062"/>
            <a:ext cx="3618147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5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数据预处理的代码结构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607A21F7-3722-7164-5C60-702C367527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5787" y="1860538"/>
            <a:ext cx="5629439" cy="3136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482314"/>
      </p:ext>
    </p:extLst>
  </p:cSld>
  <p:clrMapOvr>
    <a:masterClrMapping/>
  </p:clrMapOvr>
  <p:transition spd="slow" advTm="1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" presetClass="emph" presetSubtype="0" autoRev="1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14" dur="150" fill="hold"/>
                                        <p:tgtEl>
                                          <p:spTgt spid="57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3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6" presetClass="emph" presetSubtype="0" autoRev="1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Scale>
                                      <p:cBhvr>
                                        <p:cTn id="21" dur="300" fill="hold"/>
                                        <p:tgtEl>
                                          <p:spTgt spid="58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85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/>
      <p:bldP spid="57" grpId="0" animBg="1"/>
      <p:bldP spid="57" grpId="1" animBg="1"/>
      <p:bldP spid="58" grpId="0"/>
      <p:bldP spid="58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5693487" y="2559577"/>
            <a:ext cx="6496309" cy="1223433"/>
          </a:xfrm>
          <a:custGeom>
            <a:avLst/>
            <a:gdLst/>
            <a:ahLst/>
            <a:cxnLst/>
            <a:rect l="l" t="t" r="r" b="b"/>
            <a:pathLst>
              <a:path w="6497813" h="1223716">
                <a:moveTo>
                  <a:pt x="0" y="0"/>
                </a:moveTo>
                <a:lnTo>
                  <a:pt x="6497813" y="0"/>
                </a:lnTo>
                <a:lnTo>
                  <a:pt x="6497813" y="1223716"/>
                </a:lnTo>
                <a:lnTo>
                  <a:pt x="124270" y="1223716"/>
                </a:lnTo>
                <a:cubicBezTo>
                  <a:pt x="210685" y="1069007"/>
                  <a:pt x="259682" y="890681"/>
                  <a:pt x="259682" y="700911"/>
                </a:cubicBezTo>
                <a:cubicBezTo>
                  <a:pt x="259682" y="433116"/>
                  <a:pt x="162111" y="188110"/>
                  <a:pt x="0" y="0"/>
                </a:cubicBezTo>
                <a:close/>
              </a:path>
            </a:pathLst>
          </a:custGeom>
          <a:gradFill>
            <a:gsLst>
              <a:gs pos="0">
                <a:srgbClr val="108692"/>
              </a:gs>
              <a:gs pos="100000">
                <a:srgbClr val="16B2C1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3632519" y="2181725"/>
            <a:ext cx="2157203" cy="2157203"/>
          </a:xfrm>
          <a:prstGeom prst="ellipse">
            <a:avLst/>
          </a:prstGeom>
          <a:gradFill flip="none" rotWithShape="1">
            <a:gsLst>
              <a:gs pos="90000">
                <a:srgbClr val="108692"/>
              </a:gs>
              <a:gs pos="30000">
                <a:srgbClr val="16B2C1"/>
              </a:gs>
            </a:gsLst>
            <a:lin ang="2700000" scaled="1"/>
            <a:tileRect/>
          </a:gradFill>
          <a:ln w="25400">
            <a:gradFill>
              <a:gsLst>
                <a:gs pos="0">
                  <a:srgbClr val="108692"/>
                </a:gs>
                <a:gs pos="100000">
                  <a:srgbClr val="16B2C1"/>
                </a:gs>
              </a:gsLst>
              <a:lin ang="5400000" scaled="0"/>
            </a:gradFill>
          </a:ln>
          <a:effectLst>
            <a:outerShdw blurRad="254000" dist="127000" dir="3540000" algn="tl" rotWithShape="0">
              <a:schemeClr val="tx1">
                <a:lumMod val="95000"/>
                <a:lumOff val="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0" tIns="45704" rIns="91410" bIns="45704" rtlCol="0" anchor="ctr"/>
          <a:lstStyle/>
          <a:p>
            <a:pPr algn="ctr"/>
            <a:endParaRPr lang="zh-CN" altLang="en-US">
              <a:gradFill flip="none" rotWithShape="1">
                <a:gsLst>
                  <a:gs pos="0">
                    <a:schemeClr val="lt1">
                      <a:shade val="30000"/>
                      <a:satMod val="115000"/>
                    </a:schemeClr>
                  </a:gs>
                  <a:gs pos="50000">
                    <a:schemeClr val="lt1">
                      <a:shade val="67500"/>
                      <a:satMod val="115000"/>
                    </a:schemeClr>
                  </a:gs>
                  <a:gs pos="100000">
                    <a:schemeClr val="lt1">
                      <a:shade val="100000"/>
                      <a:satMod val="115000"/>
                    </a:schemeClr>
                  </a:gs>
                </a:gsLst>
                <a:lin ang="2700000" scaled="1"/>
                <a:tileRect/>
              </a:gra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6652604" y="2689303"/>
            <a:ext cx="5376891" cy="830801"/>
          </a:xfrm>
          <a:prstGeom prst="rect">
            <a:avLst/>
          </a:prstGeom>
        </p:spPr>
        <p:txBody>
          <a:bodyPr wrap="square" lIns="91416" tIns="45707" rIns="91416" bIns="45707">
            <a:spAutoFit/>
          </a:bodyPr>
          <a:lstStyle/>
          <a:p>
            <a:r>
              <a:rPr lang="zh-CN" altLang="en-US" sz="4799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图像质量增强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49768" y="2525639"/>
            <a:ext cx="2157203" cy="1323123"/>
          </a:xfrm>
          <a:prstGeom prst="rect">
            <a:avLst/>
          </a:prstGeom>
          <a:noFill/>
        </p:spPr>
        <p:txBody>
          <a:bodyPr wrap="square" lIns="91410" tIns="45704" rIns="91410" bIns="45704" rtlCol="0">
            <a:spAutoFit/>
          </a:bodyPr>
          <a:lstStyle/>
          <a:p>
            <a:pPr algn="ctr"/>
            <a:r>
              <a:rPr lang="en-US" altLang="zh-CN" sz="7998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B</a:t>
            </a:r>
            <a:endParaRPr lang="zh-CN" altLang="en-US" sz="7998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78307529"/>
      </p:ext>
    </p:extLst>
  </p:cSld>
  <p:clrMapOvr>
    <a:masterClrMapping/>
  </p:clrMapOvr>
  <p:transition spd="slow" advTm="1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autoRev="1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11" dur="150" fill="hold"/>
                                        <p:tgtEl>
                                          <p:spTgt spid="9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" presetClass="emph" presetSubtype="0" autoRev="1" fill="hold" grpId="1" nodeType="withEffect">
                                  <p:stCondLst>
                                    <p:cond delay="800"/>
                                  </p:stCondLst>
                                  <p:childTnLst>
                                    <p:animScale>
                                      <p:cBhvr>
                                        <p:cTn id="18" dur="300" fill="hold"/>
                                        <p:tgtEl>
                                          <p:spTgt spid="13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4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900"/>
                            </p:stCondLst>
                            <p:childTnLst>
                              <p:par>
                                <p:cTn id="24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9" grpId="0" animBg="1"/>
      <p:bldP spid="9" grpId="1" animBg="1"/>
      <p:bldP spid="11" grpId="0"/>
      <p:bldP spid="13" grpId="0"/>
      <p:bldP spid="13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组合 35"/>
          <p:cNvGrpSpPr/>
          <p:nvPr/>
        </p:nvGrpSpPr>
        <p:grpSpPr>
          <a:xfrm>
            <a:off x="2748" y="396002"/>
            <a:ext cx="4064226" cy="698853"/>
            <a:chOff x="543" y="396093"/>
            <a:chExt cx="4065167" cy="699015"/>
          </a:xfrm>
          <a:gradFill>
            <a:gsLst>
              <a:gs pos="90000">
                <a:srgbClr val="108692"/>
              </a:gs>
              <a:gs pos="30000">
                <a:srgbClr val="16B2C1"/>
              </a:gs>
            </a:gsLst>
            <a:lin ang="2700000" scaled="1"/>
          </a:gradFill>
        </p:grpSpPr>
        <p:sp>
          <p:nvSpPr>
            <p:cNvPr id="37" name="矩形 157"/>
            <p:cNvSpPr/>
            <p:nvPr/>
          </p:nvSpPr>
          <p:spPr>
            <a:xfrm>
              <a:off x="543" y="473171"/>
              <a:ext cx="3557021" cy="544859"/>
            </a:xfrm>
            <a:custGeom>
              <a:avLst/>
              <a:gdLst/>
              <a:ahLst/>
              <a:cxnLst/>
              <a:rect l="l" t="t" r="r" b="b"/>
              <a:pathLst>
                <a:path w="3557021" h="544859">
                  <a:moveTo>
                    <a:pt x="856047" y="0"/>
                  </a:moveTo>
                  <a:lnTo>
                    <a:pt x="3557021" y="0"/>
                  </a:lnTo>
                  <a:lnTo>
                    <a:pt x="3557021" y="544859"/>
                  </a:lnTo>
                  <a:lnTo>
                    <a:pt x="868779" y="544859"/>
                  </a:lnTo>
                  <a:cubicBezTo>
                    <a:pt x="939787" y="477952"/>
                    <a:pt x="983711" y="382946"/>
                    <a:pt x="983711" y="277682"/>
                  </a:cubicBezTo>
                  <a:cubicBezTo>
                    <a:pt x="983711" y="166471"/>
                    <a:pt x="934684" y="66711"/>
                    <a:pt x="856047" y="0"/>
                  </a:cubicBezTo>
                  <a:close/>
                  <a:moveTo>
                    <a:pt x="0" y="0"/>
                  </a:moveTo>
                  <a:lnTo>
                    <a:pt x="370799" y="0"/>
                  </a:lnTo>
                  <a:cubicBezTo>
                    <a:pt x="292162" y="66711"/>
                    <a:pt x="243135" y="166471"/>
                    <a:pt x="243135" y="277682"/>
                  </a:cubicBezTo>
                  <a:cubicBezTo>
                    <a:pt x="243135" y="382946"/>
                    <a:pt x="287059" y="477952"/>
                    <a:pt x="358067" y="544859"/>
                  </a:cubicBezTo>
                  <a:lnTo>
                    <a:pt x="0" y="544859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等腰三角形 37"/>
            <p:cNvSpPr/>
            <p:nvPr/>
          </p:nvSpPr>
          <p:spPr>
            <a:xfrm rot="5400000">
              <a:off x="3460182" y="489581"/>
              <a:ext cx="699015" cy="512040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9" name="标题 1"/>
          <p:cNvSpPr txBox="1">
            <a:spLocks/>
          </p:cNvSpPr>
          <p:nvPr/>
        </p:nvSpPr>
        <p:spPr>
          <a:xfrm>
            <a:off x="1140469" y="477745"/>
            <a:ext cx="2580804" cy="540049"/>
          </a:xfrm>
          <a:prstGeom prst="rect">
            <a:avLst/>
          </a:prstGeom>
        </p:spPr>
        <p:txBody>
          <a:bodyPr lIns="91416" tIns="45707" rIns="91416" bIns="45707">
            <a:normAutofit/>
          </a:bodyPr>
          <a:lstStyle>
            <a:lvl1pPr algn="ctr" defTabSz="914345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defTabSz="914217">
              <a:spcBef>
                <a:spcPts val="0"/>
              </a:spcBef>
            </a:pPr>
            <a:r>
              <a:rPr lang="zh-CN" altLang="en-US" sz="25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+mn-cs"/>
              </a:rPr>
              <a:t>高斯滤波</a:t>
            </a:r>
          </a:p>
        </p:txBody>
      </p:sp>
      <p:sp>
        <p:nvSpPr>
          <p:cNvPr id="40" name="椭圆 39"/>
          <p:cNvSpPr/>
          <p:nvPr/>
        </p:nvSpPr>
        <p:spPr>
          <a:xfrm>
            <a:off x="118530" y="380476"/>
            <a:ext cx="740405" cy="740405"/>
          </a:xfrm>
          <a:prstGeom prst="ellipse">
            <a:avLst/>
          </a:prstGeom>
          <a:gradFill flip="none" rotWithShape="1">
            <a:gsLst>
              <a:gs pos="90000">
                <a:srgbClr val="108692"/>
              </a:gs>
              <a:gs pos="30000">
                <a:srgbClr val="16B2C1"/>
              </a:gs>
            </a:gsLst>
            <a:lin ang="2700000" scaled="1"/>
            <a:tileRect/>
          </a:gradFill>
          <a:ln w="25400">
            <a:gradFill>
              <a:gsLst>
                <a:gs pos="0">
                  <a:srgbClr val="108692"/>
                </a:gs>
                <a:gs pos="100000">
                  <a:srgbClr val="16B2C1"/>
                </a:gs>
              </a:gsLst>
              <a:lin ang="5400000" scaled="0"/>
            </a:gradFill>
          </a:ln>
          <a:effectLst>
            <a:outerShdw blurRad="254000" dist="76200" dir="3540000" algn="tl" rotWithShape="0">
              <a:schemeClr val="tx1">
                <a:lumMod val="95000"/>
                <a:lumOff val="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0" tIns="45704" rIns="91410" bIns="45704" rtlCol="0" anchor="ctr"/>
          <a:lstStyle/>
          <a:p>
            <a:pPr algn="ctr"/>
            <a:endParaRPr lang="zh-CN" altLang="en-US">
              <a:gradFill flip="none" rotWithShape="1">
                <a:gsLst>
                  <a:gs pos="0">
                    <a:schemeClr val="lt1">
                      <a:shade val="30000"/>
                      <a:satMod val="115000"/>
                    </a:schemeClr>
                  </a:gs>
                  <a:gs pos="50000">
                    <a:schemeClr val="lt1">
                      <a:shade val="67500"/>
                      <a:satMod val="115000"/>
                    </a:schemeClr>
                  </a:gs>
                  <a:gs pos="100000">
                    <a:schemeClr val="lt1">
                      <a:shade val="100000"/>
                      <a:satMod val="115000"/>
                    </a:schemeClr>
                  </a:gs>
                </a:gsLst>
                <a:lin ang="2700000" scaled="1"/>
                <a:tileRect/>
              </a:gra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74359" y="420385"/>
            <a:ext cx="877155" cy="646171"/>
          </a:xfrm>
          <a:prstGeom prst="rect">
            <a:avLst/>
          </a:prstGeom>
          <a:noFill/>
        </p:spPr>
        <p:txBody>
          <a:bodyPr wrap="square" lIns="91410" tIns="45704" rIns="91410" bIns="45704" rtlCol="0">
            <a:spAutoFit/>
          </a:bodyPr>
          <a:lstStyle/>
          <a:p>
            <a:pPr algn="ctr"/>
            <a:r>
              <a:rPr lang="en-US" altLang="zh-CN" sz="3599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endParaRPr lang="zh-CN" altLang="en-US" sz="3599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32DA216-0BA7-CC33-36B4-5C9B32A34735}"/>
              </a:ext>
            </a:extLst>
          </p:cNvPr>
          <p:cNvSpPr txBox="1"/>
          <p:nvPr/>
        </p:nvSpPr>
        <p:spPr>
          <a:xfrm>
            <a:off x="1052985" y="1376676"/>
            <a:ext cx="61529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给定卷积核大小，比如</a:t>
            </a:r>
            <a:r>
              <a:rPr lang="en-US" altLang="zh-CN" dirty="0"/>
              <a:t>3*3</a:t>
            </a:r>
            <a:r>
              <a:rPr lang="zh-CN" altLang="en-US" dirty="0"/>
              <a:t>，我们就可以获得它的相对位置矩阵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5A8F8E5-FE60-581C-67BE-3F85254C83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985" y="2115076"/>
            <a:ext cx="2921150" cy="2032104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B92F2428-286E-8159-DA10-27BB4D9BA57C}"/>
              </a:ext>
            </a:extLst>
          </p:cNvPr>
          <p:cNvSpPr txBox="1"/>
          <p:nvPr/>
        </p:nvSpPr>
        <p:spPr>
          <a:xfrm>
            <a:off x="4530352" y="3413051"/>
            <a:ext cx="615291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之后通过高斯滤波公式获得每个位置的权重，这些权重之和为</a:t>
            </a:r>
            <a:r>
              <a:rPr lang="en-US" altLang="zh-CN" dirty="0"/>
              <a:t>1</a:t>
            </a:r>
            <a:r>
              <a:rPr lang="zh-CN" altLang="en-US" dirty="0"/>
              <a:t>且</a:t>
            </a:r>
            <a:r>
              <a:rPr lang="zh-CN" altLang="zh-CN" dirty="0"/>
              <a:t>这些权重符合正态分布</a:t>
            </a:r>
            <a:r>
              <a:rPr lang="zh-CN" altLang="en-US" dirty="0"/>
              <a:t>，中间权重最大，离开中间越远，权重越低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0AE873C-523A-A7A5-22B4-5A3200DE16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39" y="5127353"/>
            <a:ext cx="2757313" cy="819742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F3F61E77-C107-B308-04AD-938C890C56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6899" y="4147180"/>
            <a:ext cx="4089610" cy="2565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398676"/>
      </p:ext>
    </p:extLst>
  </p:cSld>
  <p:clrMapOvr>
    <a:masterClrMapping/>
  </p:clrMapOvr>
  <p:transition spd="slow" advTm="1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" presetClass="emph" presetSubtype="0" autoRev="1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14" dur="150" fill="hold"/>
                                        <p:tgtEl>
                                          <p:spTgt spid="40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3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6" presetClass="emph" presetSubtype="0" autoRev="1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Scale>
                                      <p:cBhvr>
                                        <p:cTn id="21" dur="300" fill="hold"/>
                                        <p:tgtEl>
                                          <p:spTgt spid="41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85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0" grpId="0" animBg="1"/>
      <p:bldP spid="40" grpId="1" animBg="1"/>
      <p:bldP spid="41" grpId="0"/>
      <p:bldP spid="41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0AC7C4-E3B0-AADF-6543-E6F8CEF8B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组合 35">
            <a:extLst>
              <a:ext uri="{FF2B5EF4-FFF2-40B4-BE49-F238E27FC236}">
                <a16:creationId xmlns:a16="http://schemas.microsoft.com/office/drawing/2014/main" id="{A5080FB1-6915-6069-8718-D745FA48F287}"/>
              </a:ext>
            </a:extLst>
          </p:cNvPr>
          <p:cNvGrpSpPr/>
          <p:nvPr/>
        </p:nvGrpSpPr>
        <p:grpSpPr>
          <a:xfrm>
            <a:off x="2748" y="396002"/>
            <a:ext cx="4064226" cy="698853"/>
            <a:chOff x="543" y="396093"/>
            <a:chExt cx="4065167" cy="699015"/>
          </a:xfrm>
          <a:gradFill>
            <a:gsLst>
              <a:gs pos="90000">
                <a:srgbClr val="108692"/>
              </a:gs>
              <a:gs pos="30000">
                <a:srgbClr val="16B2C1"/>
              </a:gs>
            </a:gsLst>
            <a:lin ang="2700000" scaled="1"/>
          </a:gradFill>
        </p:grpSpPr>
        <p:sp>
          <p:nvSpPr>
            <p:cNvPr id="37" name="矩形 157">
              <a:extLst>
                <a:ext uri="{FF2B5EF4-FFF2-40B4-BE49-F238E27FC236}">
                  <a16:creationId xmlns:a16="http://schemas.microsoft.com/office/drawing/2014/main" id="{BD4708F9-955A-CFC5-7379-507234B3C181}"/>
                </a:ext>
              </a:extLst>
            </p:cNvPr>
            <p:cNvSpPr/>
            <p:nvPr/>
          </p:nvSpPr>
          <p:spPr>
            <a:xfrm>
              <a:off x="543" y="473171"/>
              <a:ext cx="3557021" cy="544859"/>
            </a:xfrm>
            <a:custGeom>
              <a:avLst/>
              <a:gdLst/>
              <a:ahLst/>
              <a:cxnLst/>
              <a:rect l="l" t="t" r="r" b="b"/>
              <a:pathLst>
                <a:path w="3557021" h="544859">
                  <a:moveTo>
                    <a:pt x="856047" y="0"/>
                  </a:moveTo>
                  <a:lnTo>
                    <a:pt x="3557021" y="0"/>
                  </a:lnTo>
                  <a:lnTo>
                    <a:pt x="3557021" y="544859"/>
                  </a:lnTo>
                  <a:lnTo>
                    <a:pt x="868779" y="544859"/>
                  </a:lnTo>
                  <a:cubicBezTo>
                    <a:pt x="939787" y="477952"/>
                    <a:pt x="983711" y="382946"/>
                    <a:pt x="983711" y="277682"/>
                  </a:cubicBezTo>
                  <a:cubicBezTo>
                    <a:pt x="983711" y="166471"/>
                    <a:pt x="934684" y="66711"/>
                    <a:pt x="856047" y="0"/>
                  </a:cubicBezTo>
                  <a:close/>
                  <a:moveTo>
                    <a:pt x="0" y="0"/>
                  </a:moveTo>
                  <a:lnTo>
                    <a:pt x="370799" y="0"/>
                  </a:lnTo>
                  <a:cubicBezTo>
                    <a:pt x="292162" y="66711"/>
                    <a:pt x="243135" y="166471"/>
                    <a:pt x="243135" y="277682"/>
                  </a:cubicBezTo>
                  <a:cubicBezTo>
                    <a:pt x="243135" y="382946"/>
                    <a:pt x="287059" y="477952"/>
                    <a:pt x="358067" y="544859"/>
                  </a:cubicBezTo>
                  <a:lnTo>
                    <a:pt x="0" y="544859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等腰三角形 37">
              <a:extLst>
                <a:ext uri="{FF2B5EF4-FFF2-40B4-BE49-F238E27FC236}">
                  <a16:creationId xmlns:a16="http://schemas.microsoft.com/office/drawing/2014/main" id="{C85385DF-B4A4-D525-C2AB-68EA80FE5F02}"/>
                </a:ext>
              </a:extLst>
            </p:cNvPr>
            <p:cNvSpPr/>
            <p:nvPr/>
          </p:nvSpPr>
          <p:spPr>
            <a:xfrm rot="5400000">
              <a:off x="3460182" y="489581"/>
              <a:ext cx="699015" cy="512040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9" name="标题 1">
            <a:extLst>
              <a:ext uri="{FF2B5EF4-FFF2-40B4-BE49-F238E27FC236}">
                <a16:creationId xmlns:a16="http://schemas.microsoft.com/office/drawing/2014/main" id="{A04DB83C-DE5A-E872-F9A1-965A9749E5CE}"/>
              </a:ext>
            </a:extLst>
          </p:cNvPr>
          <p:cNvSpPr txBox="1">
            <a:spLocks/>
          </p:cNvSpPr>
          <p:nvPr/>
        </p:nvSpPr>
        <p:spPr>
          <a:xfrm>
            <a:off x="1140469" y="477745"/>
            <a:ext cx="2580804" cy="540049"/>
          </a:xfrm>
          <a:prstGeom prst="rect">
            <a:avLst/>
          </a:prstGeom>
        </p:spPr>
        <p:txBody>
          <a:bodyPr lIns="91416" tIns="45707" rIns="91416" bIns="45707">
            <a:normAutofit/>
          </a:bodyPr>
          <a:lstStyle>
            <a:lvl1pPr algn="ctr" defTabSz="914345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defTabSz="914217">
              <a:spcBef>
                <a:spcPts val="0"/>
              </a:spcBef>
            </a:pPr>
            <a:r>
              <a:rPr lang="zh-CN" altLang="en-US" sz="25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+mn-cs"/>
              </a:rPr>
              <a:t>高斯滤波</a:t>
            </a:r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97F13072-A123-40B7-F615-E9927C3DB642}"/>
              </a:ext>
            </a:extLst>
          </p:cNvPr>
          <p:cNvSpPr/>
          <p:nvPr/>
        </p:nvSpPr>
        <p:spPr>
          <a:xfrm>
            <a:off x="118530" y="380476"/>
            <a:ext cx="740405" cy="740405"/>
          </a:xfrm>
          <a:prstGeom prst="ellipse">
            <a:avLst/>
          </a:prstGeom>
          <a:gradFill flip="none" rotWithShape="1">
            <a:gsLst>
              <a:gs pos="90000">
                <a:srgbClr val="108692"/>
              </a:gs>
              <a:gs pos="30000">
                <a:srgbClr val="16B2C1"/>
              </a:gs>
            </a:gsLst>
            <a:lin ang="2700000" scaled="1"/>
            <a:tileRect/>
          </a:gradFill>
          <a:ln w="25400">
            <a:gradFill>
              <a:gsLst>
                <a:gs pos="0">
                  <a:srgbClr val="108692"/>
                </a:gs>
                <a:gs pos="100000">
                  <a:srgbClr val="16B2C1"/>
                </a:gs>
              </a:gsLst>
              <a:lin ang="5400000" scaled="0"/>
            </a:gradFill>
          </a:ln>
          <a:effectLst>
            <a:outerShdw blurRad="254000" dist="76200" dir="3540000" algn="tl" rotWithShape="0">
              <a:schemeClr val="tx1">
                <a:lumMod val="95000"/>
                <a:lumOff val="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0" tIns="45704" rIns="91410" bIns="45704" rtlCol="0" anchor="ctr"/>
          <a:lstStyle/>
          <a:p>
            <a:pPr algn="ctr"/>
            <a:endParaRPr lang="zh-CN" altLang="en-US">
              <a:gradFill flip="none" rotWithShape="1">
                <a:gsLst>
                  <a:gs pos="0">
                    <a:schemeClr val="lt1">
                      <a:shade val="30000"/>
                      <a:satMod val="115000"/>
                    </a:schemeClr>
                  </a:gs>
                  <a:gs pos="50000">
                    <a:schemeClr val="lt1">
                      <a:shade val="67500"/>
                      <a:satMod val="115000"/>
                    </a:schemeClr>
                  </a:gs>
                  <a:gs pos="100000">
                    <a:schemeClr val="lt1">
                      <a:shade val="100000"/>
                      <a:satMod val="115000"/>
                    </a:schemeClr>
                  </a:gs>
                </a:gsLst>
                <a:lin ang="2700000" scaled="1"/>
                <a:tileRect/>
              </a:gra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48248A8-9196-1C09-7E5F-18726D129F62}"/>
              </a:ext>
            </a:extLst>
          </p:cNvPr>
          <p:cNvSpPr txBox="1"/>
          <p:nvPr/>
        </p:nvSpPr>
        <p:spPr>
          <a:xfrm>
            <a:off x="74359" y="420385"/>
            <a:ext cx="877155" cy="646171"/>
          </a:xfrm>
          <a:prstGeom prst="rect">
            <a:avLst/>
          </a:prstGeom>
          <a:noFill/>
        </p:spPr>
        <p:txBody>
          <a:bodyPr wrap="square" lIns="91410" tIns="45704" rIns="91410" bIns="45704" rtlCol="0">
            <a:spAutoFit/>
          </a:bodyPr>
          <a:lstStyle/>
          <a:p>
            <a:pPr algn="ctr"/>
            <a:r>
              <a:rPr lang="en-US" altLang="zh-CN" sz="3599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endParaRPr lang="zh-CN" altLang="en-US" sz="3599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CF36AF3-6DCE-4B45-77E1-C54DF65A91E8}"/>
              </a:ext>
            </a:extLst>
          </p:cNvPr>
          <p:cNvSpPr txBox="1"/>
          <p:nvPr/>
        </p:nvSpPr>
        <p:spPr>
          <a:xfrm>
            <a:off x="1052985" y="1376676"/>
            <a:ext cx="563876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获得由权重的卷积核之后，就可以进行卷积操作了，从左到右，从上到下，对图像的每一个点进行卷积运算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BB774A8-CBDD-8CA9-EDFB-5764126C24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469" y="2429140"/>
            <a:ext cx="3410125" cy="2775093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56974D2A-E93B-E891-A5DF-57E663755E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1079" y="3267061"/>
            <a:ext cx="6077262" cy="1701887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373F1D89-40D8-F5C7-AF22-0D221D7B1E8D}"/>
              </a:ext>
            </a:extLst>
          </p:cNvPr>
          <p:cNvSpPr txBox="1"/>
          <p:nvPr/>
        </p:nvSpPr>
        <p:spPr>
          <a:xfrm>
            <a:off x="5306330" y="2897729"/>
            <a:ext cx="5638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具体代码如下：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F986F14-C2C8-4D00-64E7-527EB0358011}"/>
              </a:ext>
            </a:extLst>
          </p:cNvPr>
          <p:cNvSpPr txBox="1"/>
          <p:nvPr/>
        </p:nvSpPr>
        <p:spPr>
          <a:xfrm>
            <a:off x="1588075" y="5682781"/>
            <a:ext cx="701559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高斯滤波最终效果：它保留图像中变化缓慢的部分（如大块颜色、轮廓），抑制变化剧烈的部分（如椒盐噪声、细小纹理、水面反光）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97065502"/>
      </p:ext>
    </p:extLst>
  </p:cSld>
  <p:clrMapOvr>
    <a:masterClrMapping/>
  </p:clrMapOvr>
  <p:transition spd="slow" advTm="1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" presetClass="emph" presetSubtype="0" autoRev="1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14" dur="150" fill="hold"/>
                                        <p:tgtEl>
                                          <p:spTgt spid="40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3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6" presetClass="emph" presetSubtype="0" autoRev="1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Scale>
                                      <p:cBhvr>
                                        <p:cTn id="21" dur="300" fill="hold"/>
                                        <p:tgtEl>
                                          <p:spTgt spid="41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85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0" grpId="0" animBg="1"/>
      <p:bldP spid="40" grpId="1" animBg="1"/>
      <p:bldP spid="41" grpId="0"/>
      <p:bldP spid="41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C1882A-B9E5-0620-D35E-9BEB1BDD3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组合 35">
            <a:extLst>
              <a:ext uri="{FF2B5EF4-FFF2-40B4-BE49-F238E27FC236}">
                <a16:creationId xmlns:a16="http://schemas.microsoft.com/office/drawing/2014/main" id="{6F4EB353-D938-D860-E5ED-97B0855BEEF3}"/>
              </a:ext>
            </a:extLst>
          </p:cNvPr>
          <p:cNvGrpSpPr/>
          <p:nvPr/>
        </p:nvGrpSpPr>
        <p:grpSpPr>
          <a:xfrm>
            <a:off x="2748" y="396002"/>
            <a:ext cx="4064226" cy="698853"/>
            <a:chOff x="543" y="396093"/>
            <a:chExt cx="4065167" cy="699015"/>
          </a:xfrm>
          <a:gradFill>
            <a:gsLst>
              <a:gs pos="90000">
                <a:srgbClr val="108692"/>
              </a:gs>
              <a:gs pos="30000">
                <a:srgbClr val="16B2C1"/>
              </a:gs>
            </a:gsLst>
            <a:lin ang="2700000" scaled="1"/>
          </a:gradFill>
        </p:grpSpPr>
        <p:sp>
          <p:nvSpPr>
            <p:cNvPr id="37" name="矩形 157">
              <a:extLst>
                <a:ext uri="{FF2B5EF4-FFF2-40B4-BE49-F238E27FC236}">
                  <a16:creationId xmlns:a16="http://schemas.microsoft.com/office/drawing/2014/main" id="{CEA6DD69-8E6A-79E3-26B3-BAF8A5CE98C0}"/>
                </a:ext>
              </a:extLst>
            </p:cNvPr>
            <p:cNvSpPr/>
            <p:nvPr/>
          </p:nvSpPr>
          <p:spPr>
            <a:xfrm>
              <a:off x="543" y="473171"/>
              <a:ext cx="3557021" cy="544859"/>
            </a:xfrm>
            <a:custGeom>
              <a:avLst/>
              <a:gdLst/>
              <a:ahLst/>
              <a:cxnLst/>
              <a:rect l="l" t="t" r="r" b="b"/>
              <a:pathLst>
                <a:path w="3557021" h="544859">
                  <a:moveTo>
                    <a:pt x="856047" y="0"/>
                  </a:moveTo>
                  <a:lnTo>
                    <a:pt x="3557021" y="0"/>
                  </a:lnTo>
                  <a:lnTo>
                    <a:pt x="3557021" y="544859"/>
                  </a:lnTo>
                  <a:lnTo>
                    <a:pt x="868779" y="544859"/>
                  </a:lnTo>
                  <a:cubicBezTo>
                    <a:pt x="939787" y="477952"/>
                    <a:pt x="983711" y="382946"/>
                    <a:pt x="983711" y="277682"/>
                  </a:cubicBezTo>
                  <a:cubicBezTo>
                    <a:pt x="983711" y="166471"/>
                    <a:pt x="934684" y="66711"/>
                    <a:pt x="856047" y="0"/>
                  </a:cubicBezTo>
                  <a:close/>
                  <a:moveTo>
                    <a:pt x="0" y="0"/>
                  </a:moveTo>
                  <a:lnTo>
                    <a:pt x="370799" y="0"/>
                  </a:lnTo>
                  <a:cubicBezTo>
                    <a:pt x="292162" y="66711"/>
                    <a:pt x="243135" y="166471"/>
                    <a:pt x="243135" y="277682"/>
                  </a:cubicBezTo>
                  <a:cubicBezTo>
                    <a:pt x="243135" y="382946"/>
                    <a:pt x="287059" y="477952"/>
                    <a:pt x="358067" y="544859"/>
                  </a:cubicBezTo>
                  <a:lnTo>
                    <a:pt x="0" y="544859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等腰三角形 37">
              <a:extLst>
                <a:ext uri="{FF2B5EF4-FFF2-40B4-BE49-F238E27FC236}">
                  <a16:creationId xmlns:a16="http://schemas.microsoft.com/office/drawing/2014/main" id="{502EA83E-B3D5-9537-778C-222821D8D67E}"/>
                </a:ext>
              </a:extLst>
            </p:cNvPr>
            <p:cNvSpPr/>
            <p:nvPr/>
          </p:nvSpPr>
          <p:spPr>
            <a:xfrm rot="5400000">
              <a:off x="3460182" y="489581"/>
              <a:ext cx="699015" cy="512040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9" name="标题 1">
            <a:extLst>
              <a:ext uri="{FF2B5EF4-FFF2-40B4-BE49-F238E27FC236}">
                <a16:creationId xmlns:a16="http://schemas.microsoft.com/office/drawing/2014/main" id="{BFCA8402-DC37-9736-1C25-35120831F1EA}"/>
              </a:ext>
            </a:extLst>
          </p:cNvPr>
          <p:cNvSpPr txBox="1">
            <a:spLocks/>
          </p:cNvSpPr>
          <p:nvPr/>
        </p:nvSpPr>
        <p:spPr>
          <a:xfrm>
            <a:off x="1140469" y="477745"/>
            <a:ext cx="2580804" cy="540049"/>
          </a:xfrm>
          <a:prstGeom prst="rect">
            <a:avLst/>
          </a:prstGeom>
        </p:spPr>
        <p:txBody>
          <a:bodyPr lIns="91416" tIns="45707" rIns="91416" bIns="45707">
            <a:normAutofit fontScale="92500"/>
          </a:bodyPr>
          <a:lstStyle>
            <a:lvl1pPr algn="ctr" defTabSz="914345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defTabSz="914217">
              <a:spcBef>
                <a:spcPts val="0"/>
              </a:spcBef>
            </a:pPr>
            <a:r>
              <a:rPr lang="en-US" altLang="zh-CN" sz="25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+mn-cs"/>
              </a:rPr>
              <a:t>HSV</a:t>
            </a:r>
            <a:r>
              <a:rPr lang="zh-CN" altLang="en-US" sz="25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+mn-cs"/>
              </a:rPr>
              <a:t>空间色彩增强</a:t>
            </a:r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E6A70D76-4C19-76C8-4FD0-9C3F19E79669}"/>
              </a:ext>
            </a:extLst>
          </p:cNvPr>
          <p:cNvSpPr/>
          <p:nvPr/>
        </p:nvSpPr>
        <p:spPr>
          <a:xfrm>
            <a:off x="118530" y="380476"/>
            <a:ext cx="740405" cy="740405"/>
          </a:xfrm>
          <a:prstGeom prst="ellipse">
            <a:avLst/>
          </a:prstGeom>
          <a:gradFill flip="none" rotWithShape="1">
            <a:gsLst>
              <a:gs pos="90000">
                <a:srgbClr val="108692"/>
              </a:gs>
              <a:gs pos="30000">
                <a:srgbClr val="16B2C1"/>
              </a:gs>
            </a:gsLst>
            <a:lin ang="2700000" scaled="1"/>
            <a:tileRect/>
          </a:gradFill>
          <a:ln w="25400">
            <a:gradFill>
              <a:gsLst>
                <a:gs pos="0">
                  <a:srgbClr val="108692"/>
                </a:gs>
                <a:gs pos="100000">
                  <a:srgbClr val="16B2C1"/>
                </a:gs>
              </a:gsLst>
              <a:lin ang="5400000" scaled="0"/>
            </a:gradFill>
          </a:ln>
          <a:effectLst>
            <a:outerShdw blurRad="254000" dist="76200" dir="3540000" algn="tl" rotWithShape="0">
              <a:schemeClr val="tx1">
                <a:lumMod val="95000"/>
                <a:lumOff val="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0" tIns="45704" rIns="91410" bIns="45704" rtlCol="0" anchor="ctr"/>
          <a:lstStyle/>
          <a:p>
            <a:pPr algn="ctr"/>
            <a:endParaRPr lang="zh-CN" altLang="en-US">
              <a:gradFill flip="none" rotWithShape="1">
                <a:gsLst>
                  <a:gs pos="0">
                    <a:schemeClr val="lt1">
                      <a:shade val="30000"/>
                      <a:satMod val="115000"/>
                    </a:schemeClr>
                  </a:gs>
                  <a:gs pos="50000">
                    <a:schemeClr val="lt1">
                      <a:shade val="67500"/>
                      <a:satMod val="115000"/>
                    </a:schemeClr>
                  </a:gs>
                  <a:gs pos="100000">
                    <a:schemeClr val="lt1">
                      <a:shade val="100000"/>
                      <a:satMod val="115000"/>
                    </a:schemeClr>
                  </a:gs>
                </a:gsLst>
                <a:lin ang="2700000" scaled="1"/>
                <a:tileRect/>
              </a:gra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E86E5CF-64A5-9C46-557E-7B6A940840E2}"/>
              </a:ext>
            </a:extLst>
          </p:cNvPr>
          <p:cNvSpPr txBox="1"/>
          <p:nvPr/>
        </p:nvSpPr>
        <p:spPr>
          <a:xfrm>
            <a:off x="74359" y="420385"/>
            <a:ext cx="877155" cy="646171"/>
          </a:xfrm>
          <a:prstGeom prst="rect">
            <a:avLst/>
          </a:prstGeom>
          <a:noFill/>
        </p:spPr>
        <p:txBody>
          <a:bodyPr wrap="square" lIns="91410" tIns="45704" rIns="91410" bIns="45704" rtlCol="0">
            <a:spAutoFit/>
          </a:bodyPr>
          <a:lstStyle/>
          <a:p>
            <a:pPr algn="ctr"/>
            <a:r>
              <a:rPr lang="en-US" altLang="zh-CN" sz="3599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endParaRPr lang="zh-CN" altLang="en-US" sz="3599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57F8879-39D8-2D2A-CB2A-B7DBFE1DF43C}"/>
              </a:ext>
            </a:extLst>
          </p:cNvPr>
          <p:cNvSpPr txBox="1"/>
          <p:nvPr/>
        </p:nvSpPr>
        <p:spPr>
          <a:xfrm>
            <a:off x="951514" y="1386181"/>
            <a:ext cx="61529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/>
              <a:t>如何从</a:t>
            </a:r>
            <a:r>
              <a:rPr lang="en-US" altLang="zh-CN"/>
              <a:t>RGB</a:t>
            </a:r>
            <a:r>
              <a:rPr lang="zh-CN" altLang="en-US"/>
              <a:t>转成</a:t>
            </a:r>
            <a:r>
              <a:rPr lang="en-US" altLang="zh-CN"/>
              <a:t>HSV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AD44D14-8ECC-ED25-0F98-A8D019044F03}"/>
              </a:ext>
            </a:extLst>
          </p:cNvPr>
          <p:cNvSpPr txBox="1"/>
          <p:nvPr/>
        </p:nvSpPr>
        <p:spPr>
          <a:xfrm>
            <a:off x="858935" y="4178975"/>
            <a:ext cx="26462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计算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H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（色调）</a:t>
            </a:r>
            <a:endParaRPr lang="zh-CN" altLang="zh-CN" sz="14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82ECD57-03E8-C5B6-DF48-5920D8AD13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590" y="1884679"/>
            <a:ext cx="7208860" cy="2110757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F78A3C4A-98D3-903A-BC38-6E23357D21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542" y="4548307"/>
            <a:ext cx="3829050" cy="194310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06106C08-5111-0D5A-6FA2-7411996610A7}"/>
              </a:ext>
            </a:extLst>
          </p:cNvPr>
          <p:cNvSpPr txBox="1"/>
          <p:nvPr/>
        </p:nvSpPr>
        <p:spPr>
          <a:xfrm>
            <a:off x="4611020" y="3995436"/>
            <a:ext cx="2402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计算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S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（饱和度）</a:t>
            </a:r>
            <a:endParaRPr lang="zh-CN" altLang="zh-CN" sz="14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A65DD6D9-29D1-A3FA-F3E0-4B18C3F553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1020" y="4548307"/>
            <a:ext cx="3124200" cy="882650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274D58C1-D22D-EC4B-6FAE-9FE31A663942}"/>
              </a:ext>
            </a:extLst>
          </p:cNvPr>
          <p:cNvSpPr txBox="1"/>
          <p:nvPr/>
        </p:nvSpPr>
        <p:spPr>
          <a:xfrm>
            <a:off x="8383731" y="3994309"/>
            <a:ext cx="20487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计算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V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（明度）</a:t>
            </a:r>
            <a:endParaRPr lang="zh-CN" altLang="zh-CN" sz="14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27C7DA03-63FE-16AC-DF02-64935C825DA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9000" y="4612096"/>
            <a:ext cx="965200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365459"/>
      </p:ext>
    </p:extLst>
  </p:cSld>
  <p:clrMapOvr>
    <a:masterClrMapping/>
  </p:clrMapOvr>
  <p:transition spd="slow" advTm="1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" presetClass="emph" presetSubtype="0" autoRev="1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14" dur="150" fill="hold"/>
                                        <p:tgtEl>
                                          <p:spTgt spid="40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3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6" presetClass="emph" presetSubtype="0" autoRev="1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Scale>
                                      <p:cBhvr>
                                        <p:cTn id="21" dur="300" fill="hold"/>
                                        <p:tgtEl>
                                          <p:spTgt spid="41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85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0" grpId="0" animBg="1"/>
      <p:bldP spid="40" grpId="1" animBg="1"/>
      <p:bldP spid="41" grpId="0"/>
      <p:bldP spid="41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4DFE65-0D96-4A32-C75C-4CB52233A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组合 35">
            <a:extLst>
              <a:ext uri="{FF2B5EF4-FFF2-40B4-BE49-F238E27FC236}">
                <a16:creationId xmlns:a16="http://schemas.microsoft.com/office/drawing/2014/main" id="{FF2BA435-6170-A4CB-C3B1-6E153F730D7B}"/>
              </a:ext>
            </a:extLst>
          </p:cNvPr>
          <p:cNvGrpSpPr/>
          <p:nvPr/>
        </p:nvGrpSpPr>
        <p:grpSpPr>
          <a:xfrm>
            <a:off x="2748" y="396002"/>
            <a:ext cx="4064226" cy="698853"/>
            <a:chOff x="543" y="396093"/>
            <a:chExt cx="4065167" cy="699015"/>
          </a:xfrm>
          <a:gradFill>
            <a:gsLst>
              <a:gs pos="90000">
                <a:srgbClr val="108692"/>
              </a:gs>
              <a:gs pos="30000">
                <a:srgbClr val="16B2C1"/>
              </a:gs>
            </a:gsLst>
            <a:lin ang="2700000" scaled="1"/>
          </a:gradFill>
        </p:grpSpPr>
        <p:sp>
          <p:nvSpPr>
            <p:cNvPr id="37" name="矩形 157">
              <a:extLst>
                <a:ext uri="{FF2B5EF4-FFF2-40B4-BE49-F238E27FC236}">
                  <a16:creationId xmlns:a16="http://schemas.microsoft.com/office/drawing/2014/main" id="{5C631FEE-513D-3831-9851-3E93B9F8601B}"/>
                </a:ext>
              </a:extLst>
            </p:cNvPr>
            <p:cNvSpPr/>
            <p:nvPr/>
          </p:nvSpPr>
          <p:spPr>
            <a:xfrm>
              <a:off x="543" y="473171"/>
              <a:ext cx="3557021" cy="544859"/>
            </a:xfrm>
            <a:custGeom>
              <a:avLst/>
              <a:gdLst/>
              <a:ahLst/>
              <a:cxnLst/>
              <a:rect l="l" t="t" r="r" b="b"/>
              <a:pathLst>
                <a:path w="3557021" h="544859">
                  <a:moveTo>
                    <a:pt x="856047" y="0"/>
                  </a:moveTo>
                  <a:lnTo>
                    <a:pt x="3557021" y="0"/>
                  </a:lnTo>
                  <a:lnTo>
                    <a:pt x="3557021" y="544859"/>
                  </a:lnTo>
                  <a:lnTo>
                    <a:pt x="868779" y="544859"/>
                  </a:lnTo>
                  <a:cubicBezTo>
                    <a:pt x="939787" y="477952"/>
                    <a:pt x="983711" y="382946"/>
                    <a:pt x="983711" y="277682"/>
                  </a:cubicBezTo>
                  <a:cubicBezTo>
                    <a:pt x="983711" y="166471"/>
                    <a:pt x="934684" y="66711"/>
                    <a:pt x="856047" y="0"/>
                  </a:cubicBezTo>
                  <a:close/>
                  <a:moveTo>
                    <a:pt x="0" y="0"/>
                  </a:moveTo>
                  <a:lnTo>
                    <a:pt x="370799" y="0"/>
                  </a:lnTo>
                  <a:cubicBezTo>
                    <a:pt x="292162" y="66711"/>
                    <a:pt x="243135" y="166471"/>
                    <a:pt x="243135" y="277682"/>
                  </a:cubicBezTo>
                  <a:cubicBezTo>
                    <a:pt x="243135" y="382946"/>
                    <a:pt x="287059" y="477952"/>
                    <a:pt x="358067" y="544859"/>
                  </a:cubicBezTo>
                  <a:lnTo>
                    <a:pt x="0" y="544859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等腰三角形 37">
              <a:extLst>
                <a:ext uri="{FF2B5EF4-FFF2-40B4-BE49-F238E27FC236}">
                  <a16:creationId xmlns:a16="http://schemas.microsoft.com/office/drawing/2014/main" id="{F0F4DF44-4089-F9E6-5BC4-4512C7703C47}"/>
                </a:ext>
              </a:extLst>
            </p:cNvPr>
            <p:cNvSpPr/>
            <p:nvPr/>
          </p:nvSpPr>
          <p:spPr>
            <a:xfrm rot="5400000">
              <a:off x="3460182" y="489581"/>
              <a:ext cx="699015" cy="512040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9" name="标题 1">
            <a:extLst>
              <a:ext uri="{FF2B5EF4-FFF2-40B4-BE49-F238E27FC236}">
                <a16:creationId xmlns:a16="http://schemas.microsoft.com/office/drawing/2014/main" id="{836E58EF-82E4-99F1-C52B-6B4D685375DC}"/>
              </a:ext>
            </a:extLst>
          </p:cNvPr>
          <p:cNvSpPr txBox="1">
            <a:spLocks/>
          </p:cNvSpPr>
          <p:nvPr/>
        </p:nvSpPr>
        <p:spPr>
          <a:xfrm>
            <a:off x="1140469" y="477745"/>
            <a:ext cx="2580804" cy="540049"/>
          </a:xfrm>
          <a:prstGeom prst="rect">
            <a:avLst/>
          </a:prstGeom>
        </p:spPr>
        <p:txBody>
          <a:bodyPr lIns="91416" tIns="45707" rIns="91416" bIns="45707">
            <a:normAutofit fontScale="92500"/>
          </a:bodyPr>
          <a:lstStyle>
            <a:lvl1pPr algn="ctr" defTabSz="914345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defTabSz="914217">
              <a:spcBef>
                <a:spcPts val="0"/>
              </a:spcBef>
            </a:pPr>
            <a:r>
              <a:rPr lang="en-US" altLang="zh-CN" sz="25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+mn-cs"/>
              </a:rPr>
              <a:t>HSV</a:t>
            </a:r>
            <a:r>
              <a:rPr lang="zh-CN" altLang="en-US" sz="25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+mn-cs"/>
              </a:rPr>
              <a:t>空间色彩增强</a:t>
            </a:r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8D0C2CDB-253E-A210-A188-A2FA1AD6D8AC}"/>
              </a:ext>
            </a:extLst>
          </p:cNvPr>
          <p:cNvSpPr/>
          <p:nvPr/>
        </p:nvSpPr>
        <p:spPr>
          <a:xfrm>
            <a:off x="118530" y="380476"/>
            <a:ext cx="740405" cy="740405"/>
          </a:xfrm>
          <a:prstGeom prst="ellipse">
            <a:avLst/>
          </a:prstGeom>
          <a:gradFill flip="none" rotWithShape="1">
            <a:gsLst>
              <a:gs pos="90000">
                <a:srgbClr val="108692"/>
              </a:gs>
              <a:gs pos="30000">
                <a:srgbClr val="16B2C1"/>
              </a:gs>
            </a:gsLst>
            <a:lin ang="2700000" scaled="1"/>
            <a:tileRect/>
          </a:gradFill>
          <a:ln w="25400">
            <a:gradFill>
              <a:gsLst>
                <a:gs pos="0">
                  <a:srgbClr val="108692"/>
                </a:gs>
                <a:gs pos="100000">
                  <a:srgbClr val="16B2C1"/>
                </a:gs>
              </a:gsLst>
              <a:lin ang="5400000" scaled="0"/>
            </a:gradFill>
          </a:ln>
          <a:effectLst>
            <a:outerShdw blurRad="254000" dist="76200" dir="3540000" algn="tl" rotWithShape="0">
              <a:schemeClr val="tx1">
                <a:lumMod val="95000"/>
                <a:lumOff val="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0" tIns="45704" rIns="91410" bIns="45704" rtlCol="0" anchor="ctr"/>
          <a:lstStyle/>
          <a:p>
            <a:pPr algn="ctr"/>
            <a:endParaRPr lang="zh-CN" altLang="en-US">
              <a:gradFill flip="none" rotWithShape="1">
                <a:gsLst>
                  <a:gs pos="0">
                    <a:schemeClr val="lt1">
                      <a:shade val="30000"/>
                      <a:satMod val="115000"/>
                    </a:schemeClr>
                  </a:gs>
                  <a:gs pos="50000">
                    <a:schemeClr val="lt1">
                      <a:shade val="67500"/>
                      <a:satMod val="115000"/>
                    </a:schemeClr>
                  </a:gs>
                  <a:gs pos="100000">
                    <a:schemeClr val="lt1">
                      <a:shade val="100000"/>
                      <a:satMod val="115000"/>
                    </a:schemeClr>
                  </a:gs>
                </a:gsLst>
                <a:lin ang="2700000" scaled="1"/>
                <a:tileRect/>
              </a:gra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E96FB72-9824-3BC3-1C5E-6869F371BEF4}"/>
              </a:ext>
            </a:extLst>
          </p:cNvPr>
          <p:cNvSpPr txBox="1"/>
          <p:nvPr/>
        </p:nvSpPr>
        <p:spPr>
          <a:xfrm>
            <a:off x="74359" y="420385"/>
            <a:ext cx="877155" cy="646171"/>
          </a:xfrm>
          <a:prstGeom prst="rect">
            <a:avLst/>
          </a:prstGeom>
          <a:noFill/>
        </p:spPr>
        <p:txBody>
          <a:bodyPr wrap="square" lIns="91410" tIns="45704" rIns="91410" bIns="45704" rtlCol="0">
            <a:spAutoFit/>
          </a:bodyPr>
          <a:lstStyle/>
          <a:p>
            <a:pPr algn="ctr"/>
            <a:r>
              <a:rPr lang="en-US" altLang="zh-CN" sz="3599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endParaRPr lang="zh-CN" altLang="en-US" sz="3599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2C3A1B9-0E68-FDA3-935F-9A610CBA38A4}"/>
              </a:ext>
            </a:extLst>
          </p:cNvPr>
          <p:cNvSpPr txBox="1"/>
          <p:nvPr/>
        </p:nvSpPr>
        <p:spPr>
          <a:xfrm>
            <a:off x="951514" y="1386181"/>
            <a:ext cx="80955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我的色彩增强主要是在</a:t>
            </a:r>
            <a:r>
              <a:rPr lang="en-US" altLang="zh-CN" dirty="0"/>
              <a:t>S</a:t>
            </a:r>
            <a:r>
              <a:rPr lang="zh-CN" altLang="en-US" dirty="0"/>
              <a:t>饱和度、</a:t>
            </a:r>
            <a:r>
              <a:rPr lang="en-US" altLang="zh-CN" dirty="0"/>
              <a:t>V</a:t>
            </a:r>
            <a:r>
              <a:rPr lang="zh-CN" altLang="en-US" dirty="0"/>
              <a:t>明度加上一个常数，增加图像的辨识度，让特征更加容易被学习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139C429-8624-51F4-3B1D-68018220AC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6739" y="2613551"/>
            <a:ext cx="5896537" cy="2685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109853"/>
      </p:ext>
    </p:extLst>
  </p:cSld>
  <p:clrMapOvr>
    <a:masterClrMapping/>
  </p:clrMapOvr>
  <p:transition spd="slow" advTm="1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" presetClass="emph" presetSubtype="0" autoRev="1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14" dur="150" fill="hold"/>
                                        <p:tgtEl>
                                          <p:spTgt spid="40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3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6" presetClass="emph" presetSubtype="0" autoRev="1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Scale>
                                      <p:cBhvr>
                                        <p:cTn id="21" dur="300" fill="hold"/>
                                        <p:tgtEl>
                                          <p:spTgt spid="41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85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0" grpId="0" animBg="1"/>
      <p:bldP spid="40" grpId="1" animBg="1"/>
      <p:bldP spid="41" grpId="0"/>
      <p:bldP spid="41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7A11AF-E61B-6DBB-F3FF-6B1AA11A0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组合 35">
            <a:extLst>
              <a:ext uri="{FF2B5EF4-FFF2-40B4-BE49-F238E27FC236}">
                <a16:creationId xmlns:a16="http://schemas.microsoft.com/office/drawing/2014/main" id="{352F456D-FBDB-5942-D774-6B799BDCA51C}"/>
              </a:ext>
            </a:extLst>
          </p:cNvPr>
          <p:cNvGrpSpPr/>
          <p:nvPr/>
        </p:nvGrpSpPr>
        <p:grpSpPr>
          <a:xfrm>
            <a:off x="2748" y="396002"/>
            <a:ext cx="4064226" cy="698853"/>
            <a:chOff x="543" y="396093"/>
            <a:chExt cx="4065167" cy="699015"/>
          </a:xfrm>
          <a:gradFill>
            <a:gsLst>
              <a:gs pos="90000">
                <a:srgbClr val="108692"/>
              </a:gs>
              <a:gs pos="30000">
                <a:srgbClr val="16B2C1"/>
              </a:gs>
            </a:gsLst>
            <a:lin ang="2700000" scaled="1"/>
          </a:gradFill>
        </p:grpSpPr>
        <p:sp>
          <p:nvSpPr>
            <p:cNvPr id="37" name="矩形 157">
              <a:extLst>
                <a:ext uri="{FF2B5EF4-FFF2-40B4-BE49-F238E27FC236}">
                  <a16:creationId xmlns:a16="http://schemas.microsoft.com/office/drawing/2014/main" id="{F8716916-A4A3-1B4D-9A8A-5DFF856ACAE1}"/>
                </a:ext>
              </a:extLst>
            </p:cNvPr>
            <p:cNvSpPr/>
            <p:nvPr/>
          </p:nvSpPr>
          <p:spPr>
            <a:xfrm>
              <a:off x="543" y="473171"/>
              <a:ext cx="3557021" cy="544859"/>
            </a:xfrm>
            <a:custGeom>
              <a:avLst/>
              <a:gdLst/>
              <a:ahLst/>
              <a:cxnLst/>
              <a:rect l="l" t="t" r="r" b="b"/>
              <a:pathLst>
                <a:path w="3557021" h="544859">
                  <a:moveTo>
                    <a:pt x="856047" y="0"/>
                  </a:moveTo>
                  <a:lnTo>
                    <a:pt x="3557021" y="0"/>
                  </a:lnTo>
                  <a:lnTo>
                    <a:pt x="3557021" y="544859"/>
                  </a:lnTo>
                  <a:lnTo>
                    <a:pt x="868779" y="544859"/>
                  </a:lnTo>
                  <a:cubicBezTo>
                    <a:pt x="939787" y="477952"/>
                    <a:pt x="983711" y="382946"/>
                    <a:pt x="983711" y="277682"/>
                  </a:cubicBezTo>
                  <a:cubicBezTo>
                    <a:pt x="983711" y="166471"/>
                    <a:pt x="934684" y="66711"/>
                    <a:pt x="856047" y="0"/>
                  </a:cubicBezTo>
                  <a:close/>
                  <a:moveTo>
                    <a:pt x="0" y="0"/>
                  </a:moveTo>
                  <a:lnTo>
                    <a:pt x="370799" y="0"/>
                  </a:lnTo>
                  <a:cubicBezTo>
                    <a:pt x="292162" y="66711"/>
                    <a:pt x="243135" y="166471"/>
                    <a:pt x="243135" y="277682"/>
                  </a:cubicBezTo>
                  <a:cubicBezTo>
                    <a:pt x="243135" y="382946"/>
                    <a:pt x="287059" y="477952"/>
                    <a:pt x="358067" y="544859"/>
                  </a:cubicBezTo>
                  <a:lnTo>
                    <a:pt x="0" y="544859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等腰三角形 37">
              <a:extLst>
                <a:ext uri="{FF2B5EF4-FFF2-40B4-BE49-F238E27FC236}">
                  <a16:creationId xmlns:a16="http://schemas.microsoft.com/office/drawing/2014/main" id="{BD0AF8F8-898E-40D0-2F05-BE439B8DEC24}"/>
                </a:ext>
              </a:extLst>
            </p:cNvPr>
            <p:cNvSpPr/>
            <p:nvPr/>
          </p:nvSpPr>
          <p:spPr>
            <a:xfrm rot="5400000">
              <a:off x="3460182" y="489581"/>
              <a:ext cx="699015" cy="512040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9" name="标题 1">
            <a:extLst>
              <a:ext uri="{FF2B5EF4-FFF2-40B4-BE49-F238E27FC236}">
                <a16:creationId xmlns:a16="http://schemas.microsoft.com/office/drawing/2014/main" id="{ACA2851C-DC05-80E5-D017-ABBC792576ED}"/>
              </a:ext>
            </a:extLst>
          </p:cNvPr>
          <p:cNvSpPr txBox="1">
            <a:spLocks/>
          </p:cNvSpPr>
          <p:nvPr/>
        </p:nvSpPr>
        <p:spPr>
          <a:xfrm>
            <a:off x="1066827" y="543243"/>
            <a:ext cx="2580804" cy="540049"/>
          </a:xfrm>
          <a:prstGeom prst="rect">
            <a:avLst/>
          </a:prstGeom>
        </p:spPr>
        <p:txBody>
          <a:bodyPr lIns="91416" tIns="45707" rIns="91416" bIns="45707">
            <a:normAutofit fontScale="85000" lnSpcReduction="10000"/>
          </a:bodyPr>
          <a:lstStyle>
            <a:lvl1pPr algn="ctr" defTabSz="914345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defTabSz="914217">
              <a:spcBef>
                <a:spcPts val="0"/>
              </a:spcBef>
            </a:pPr>
            <a:r>
              <a:rPr lang="zh-CN" altLang="en-US" sz="25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+mn-cs"/>
              </a:rPr>
              <a:t>对比度增强</a:t>
            </a:r>
            <a:r>
              <a:rPr lang="en-US" altLang="zh-CN" sz="25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+mn-cs"/>
              </a:rPr>
              <a:t>(CLAHE)</a:t>
            </a:r>
            <a:endParaRPr lang="zh-CN" altLang="en-US" sz="2500" b="1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B1B66F61-18FB-BDA5-CB81-DFA9EB54CF48}"/>
              </a:ext>
            </a:extLst>
          </p:cNvPr>
          <p:cNvSpPr/>
          <p:nvPr/>
        </p:nvSpPr>
        <p:spPr>
          <a:xfrm>
            <a:off x="118530" y="380476"/>
            <a:ext cx="740405" cy="740405"/>
          </a:xfrm>
          <a:prstGeom prst="ellipse">
            <a:avLst/>
          </a:prstGeom>
          <a:gradFill flip="none" rotWithShape="1">
            <a:gsLst>
              <a:gs pos="90000">
                <a:srgbClr val="108692"/>
              </a:gs>
              <a:gs pos="30000">
                <a:srgbClr val="16B2C1"/>
              </a:gs>
            </a:gsLst>
            <a:lin ang="2700000" scaled="1"/>
            <a:tileRect/>
          </a:gradFill>
          <a:ln w="25400">
            <a:gradFill>
              <a:gsLst>
                <a:gs pos="0">
                  <a:srgbClr val="108692"/>
                </a:gs>
                <a:gs pos="100000">
                  <a:srgbClr val="16B2C1"/>
                </a:gs>
              </a:gsLst>
              <a:lin ang="5400000" scaled="0"/>
            </a:gradFill>
          </a:ln>
          <a:effectLst>
            <a:outerShdw blurRad="254000" dist="76200" dir="3540000" algn="tl" rotWithShape="0">
              <a:schemeClr val="tx1">
                <a:lumMod val="95000"/>
                <a:lumOff val="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0" tIns="45704" rIns="91410" bIns="45704" rtlCol="0" anchor="ctr"/>
          <a:lstStyle/>
          <a:p>
            <a:pPr algn="ctr"/>
            <a:endParaRPr lang="zh-CN" altLang="en-US">
              <a:gradFill flip="none" rotWithShape="1">
                <a:gsLst>
                  <a:gs pos="0">
                    <a:schemeClr val="lt1">
                      <a:shade val="30000"/>
                      <a:satMod val="115000"/>
                    </a:schemeClr>
                  </a:gs>
                  <a:gs pos="50000">
                    <a:schemeClr val="lt1">
                      <a:shade val="67500"/>
                      <a:satMod val="115000"/>
                    </a:schemeClr>
                  </a:gs>
                  <a:gs pos="100000">
                    <a:schemeClr val="lt1">
                      <a:shade val="100000"/>
                      <a:satMod val="115000"/>
                    </a:schemeClr>
                  </a:gs>
                </a:gsLst>
                <a:lin ang="2700000" scaled="1"/>
                <a:tileRect/>
              </a:gra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4CD1846-F644-669D-10FC-DDC2CDA5BC84}"/>
              </a:ext>
            </a:extLst>
          </p:cNvPr>
          <p:cNvSpPr txBox="1"/>
          <p:nvPr/>
        </p:nvSpPr>
        <p:spPr>
          <a:xfrm>
            <a:off x="74359" y="420385"/>
            <a:ext cx="877155" cy="646171"/>
          </a:xfrm>
          <a:prstGeom prst="rect">
            <a:avLst/>
          </a:prstGeom>
          <a:noFill/>
        </p:spPr>
        <p:txBody>
          <a:bodyPr wrap="square" lIns="91410" tIns="45704" rIns="91410" bIns="45704" rtlCol="0">
            <a:spAutoFit/>
          </a:bodyPr>
          <a:lstStyle/>
          <a:p>
            <a:pPr algn="ctr"/>
            <a:r>
              <a:rPr lang="en-US" altLang="zh-CN" sz="3599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endParaRPr lang="zh-CN" altLang="en-US" sz="3599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2BE22078-4939-7DBC-0E13-CF0F9EEF88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990" y="2177617"/>
            <a:ext cx="5482010" cy="3585874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31613DBF-6486-9BA9-9EBB-05C096AB53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16" y="2279587"/>
            <a:ext cx="5775304" cy="3445250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2B7C7DEC-2211-25D2-8499-C393CDBAA101}"/>
              </a:ext>
            </a:extLst>
          </p:cNvPr>
          <p:cNvSpPr txBox="1"/>
          <p:nvPr/>
        </p:nvSpPr>
        <p:spPr>
          <a:xfrm>
            <a:off x="1007005" y="1133163"/>
            <a:ext cx="970948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HE</a:t>
            </a:r>
            <a:r>
              <a:rPr lang="zh-CN" altLang="en-US" dirty="0"/>
              <a:t>是直方图均衡化，我们直观理解，什么样的图最模糊，当然是图像每个位置上的值都相差不大的时候，图像最模糊。</a:t>
            </a:r>
            <a:r>
              <a:rPr lang="en-US" altLang="zh-CN" dirty="0"/>
              <a:t>HE</a:t>
            </a:r>
            <a:r>
              <a:rPr lang="zh-CN" altLang="en-US" dirty="0"/>
              <a:t>需要统计各个取值的个数画成直方图，然后用课上的方式对他进行均衡化。而</a:t>
            </a:r>
            <a:r>
              <a:rPr lang="en-US" altLang="zh-CN" dirty="0"/>
              <a:t>CLAHE</a:t>
            </a:r>
            <a:r>
              <a:rPr lang="zh-CN" altLang="en-US" dirty="0"/>
              <a:t>是对图像分块进行</a:t>
            </a:r>
            <a:r>
              <a:rPr lang="en-US" altLang="zh-CN" dirty="0"/>
              <a:t>HE</a:t>
            </a:r>
            <a:r>
              <a:rPr lang="zh-CN" altLang="en-US" dirty="0"/>
              <a:t>处理。</a:t>
            </a:r>
          </a:p>
        </p:txBody>
      </p:sp>
    </p:spTree>
    <p:extLst>
      <p:ext uri="{BB962C8B-B14F-4D97-AF65-F5344CB8AC3E}">
        <p14:creationId xmlns:p14="http://schemas.microsoft.com/office/powerpoint/2010/main" val="3197339318"/>
      </p:ext>
    </p:extLst>
  </p:cSld>
  <p:clrMapOvr>
    <a:masterClrMapping/>
  </p:clrMapOvr>
  <p:transition spd="slow" advTm="1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" presetClass="emph" presetSubtype="0" autoRev="1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14" dur="150" fill="hold"/>
                                        <p:tgtEl>
                                          <p:spTgt spid="40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3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6" presetClass="emph" presetSubtype="0" autoRev="1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Scale>
                                      <p:cBhvr>
                                        <p:cTn id="21" dur="300" fill="hold"/>
                                        <p:tgtEl>
                                          <p:spTgt spid="41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85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0" grpId="0" animBg="1"/>
      <p:bldP spid="40" grpId="1" animBg="1"/>
      <p:bldP spid="41" grpId="0"/>
      <p:bldP spid="41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4C31EA-D729-C4E1-B5D3-52474A1D5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组合 35">
            <a:extLst>
              <a:ext uri="{FF2B5EF4-FFF2-40B4-BE49-F238E27FC236}">
                <a16:creationId xmlns:a16="http://schemas.microsoft.com/office/drawing/2014/main" id="{7A5BB7F6-80C8-AA7A-42D7-F4C467A10A03}"/>
              </a:ext>
            </a:extLst>
          </p:cNvPr>
          <p:cNvGrpSpPr/>
          <p:nvPr/>
        </p:nvGrpSpPr>
        <p:grpSpPr>
          <a:xfrm>
            <a:off x="2748" y="396002"/>
            <a:ext cx="4064226" cy="698853"/>
            <a:chOff x="543" y="396093"/>
            <a:chExt cx="4065167" cy="699015"/>
          </a:xfrm>
          <a:gradFill>
            <a:gsLst>
              <a:gs pos="90000">
                <a:srgbClr val="108692"/>
              </a:gs>
              <a:gs pos="30000">
                <a:srgbClr val="16B2C1"/>
              </a:gs>
            </a:gsLst>
            <a:lin ang="2700000" scaled="1"/>
          </a:gradFill>
        </p:grpSpPr>
        <p:sp>
          <p:nvSpPr>
            <p:cNvPr id="37" name="矩形 157">
              <a:extLst>
                <a:ext uri="{FF2B5EF4-FFF2-40B4-BE49-F238E27FC236}">
                  <a16:creationId xmlns:a16="http://schemas.microsoft.com/office/drawing/2014/main" id="{87AA1574-0A50-7EE5-247C-74E96BD171A8}"/>
                </a:ext>
              </a:extLst>
            </p:cNvPr>
            <p:cNvSpPr/>
            <p:nvPr/>
          </p:nvSpPr>
          <p:spPr>
            <a:xfrm>
              <a:off x="543" y="473171"/>
              <a:ext cx="3557021" cy="544859"/>
            </a:xfrm>
            <a:custGeom>
              <a:avLst/>
              <a:gdLst/>
              <a:ahLst/>
              <a:cxnLst/>
              <a:rect l="l" t="t" r="r" b="b"/>
              <a:pathLst>
                <a:path w="3557021" h="544859">
                  <a:moveTo>
                    <a:pt x="856047" y="0"/>
                  </a:moveTo>
                  <a:lnTo>
                    <a:pt x="3557021" y="0"/>
                  </a:lnTo>
                  <a:lnTo>
                    <a:pt x="3557021" y="544859"/>
                  </a:lnTo>
                  <a:lnTo>
                    <a:pt x="868779" y="544859"/>
                  </a:lnTo>
                  <a:cubicBezTo>
                    <a:pt x="939787" y="477952"/>
                    <a:pt x="983711" y="382946"/>
                    <a:pt x="983711" y="277682"/>
                  </a:cubicBezTo>
                  <a:cubicBezTo>
                    <a:pt x="983711" y="166471"/>
                    <a:pt x="934684" y="66711"/>
                    <a:pt x="856047" y="0"/>
                  </a:cubicBezTo>
                  <a:close/>
                  <a:moveTo>
                    <a:pt x="0" y="0"/>
                  </a:moveTo>
                  <a:lnTo>
                    <a:pt x="370799" y="0"/>
                  </a:lnTo>
                  <a:cubicBezTo>
                    <a:pt x="292162" y="66711"/>
                    <a:pt x="243135" y="166471"/>
                    <a:pt x="243135" y="277682"/>
                  </a:cubicBezTo>
                  <a:cubicBezTo>
                    <a:pt x="243135" y="382946"/>
                    <a:pt x="287059" y="477952"/>
                    <a:pt x="358067" y="544859"/>
                  </a:cubicBezTo>
                  <a:lnTo>
                    <a:pt x="0" y="544859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等腰三角形 37">
              <a:extLst>
                <a:ext uri="{FF2B5EF4-FFF2-40B4-BE49-F238E27FC236}">
                  <a16:creationId xmlns:a16="http://schemas.microsoft.com/office/drawing/2014/main" id="{F83B05F7-85F5-17D2-040E-EA0F6A43D920}"/>
                </a:ext>
              </a:extLst>
            </p:cNvPr>
            <p:cNvSpPr/>
            <p:nvPr/>
          </p:nvSpPr>
          <p:spPr>
            <a:xfrm rot="5400000">
              <a:off x="3460182" y="489581"/>
              <a:ext cx="699015" cy="512040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9" name="标题 1">
            <a:extLst>
              <a:ext uri="{FF2B5EF4-FFF2-40B4-BE49-F238E27FC236}">
                <a16:creationId xmlns:a16="http://schemas.microsoft.com/office/drawing/2014/main" id="{430DD567-82EB-6874-9A07-1B9C4EBCAC40}"/>
              </a:ext>
            </a:extLst>
          </p:cNvPr>
          <p:cNvSpPr txBox="1">
            <a:spLocks/>
          </p:cNvSpPr>
          <p:nvPr/>
        </p:nvSpPr>
        <p:spPr>
          <a:xfrm>
            <a:off x="1066827" y="543243"/>
            <a:ext cx="2580804" cy="540049"/>
          </a:xfrm>
          <a:prstGeom prst="rect">
            <a:avLst/>
          </a:prstGeom>
        </p:spPr>
        <p:txBody>
          <a:bodyPr lIns="91416" tIns="45707" rIns="91416" bIns="45707">
            <a:normAutofit fontScale="85000" lnSpcReduction="10000"/>
          </a:bodyPr>
          <a:lstStyle>
            <a:lvl1pPr algn="ctr" defTabSz="914345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defTabSz="914217">
              <a:spcBef>
                <a:spcPts val="0"/>
              </a:spcBef>
            </a:pPr>
            <a:r>
              <a:rPr lang="zh-CN" altLang="en-US" sz="25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+mn-cs"/>
              </a:rPr>
              <a:t>对比度增强</a:t>
            </a:r>
            <a:r>
              <a:rPr lang="en-US" altLang="zh-CN" sz="25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+mn-cs"/>
              </a:rPr>
              <a:t>(CLAHE)</a:t>
            </a:r>
            <a:endParaRPr lang="zh-CN" altLang="en-US" sz="2500" b="1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18B1ACDD-4F98-9333-34D9-A0FD049B75AB}"/>
              </a:ext>
            </a:extLst>
          </p:cNvPr>
          <p:cNvSpPr/>
          <p:nvPr/>
        </p:nvSpPr>
        <p:spPr>
          <a:xfrm>
            <a:off x="118530" y="380476"/>
            <a:ext cx="740405" cy="740405"/>
          </a:xfrm>
          <a:prstGeom prst="ellipse">
            <a:avLst/>
          </a:prstGeom>
          <a:gradFill flip="none" rotWithShape="1">
            <a:gsLst>
              <a:gs pos="90000">
                <a:srgbClr val="108692"/>
              </a:gs>
              <a:gs pos="30000">
                <a:srgbClr val="16B2C1"/>
              </a:gs>
            </a:gsLst>
            <a:lin ang="2700000" scaled="1"/>
            <a:tileRect/>
          </a:gradFill>
          <a:ln w="25400">
            <a:gradFill>
              <a:gsLst>
                <a:gs pos="0">
                  <a:srgbClr val="108692"/>
                </a:gs>
                <a:gs pos="100000">
                  <a:srgbClr val="16B2C1"/>
                </a:gs>
              </a:gsLst>
              <a:lin ang="5400000" scaled="0"/>
            </a:gradFill>
          </a:ln>
          <a:effectLst>
            <a:outerShdw blurRad="254000" dist="76200" dir="3540000" algn="tl" rotWithShape="0">
              <a:schemeClr val="tx1">
                <a:lumMod val="95000"/>
                <a:lumOff val="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0" tIns="45704" rIns="91410" bIns="45704" rtlCol="0" anchor="ctr"/>
          <a:lstStyle/>
          <a:p>
            <a:pPr algn="ctr"/>
            <a:endParaRPr lang="zh-CN" altLang="en-US">
              <a:gradFill flip="none" rotWithShape="1">
                <a:gsLst>
                  <a:gs pos="0">
                    <a:schemeClr val="lt1">
                      <a:shade val="30000"/>
                      <a:satMod val="115000"/>
                    </a:schemeClr>
                  </a:gs>
                  <a:gs pos="50000">
                    <a:schemeClr val="lt1">
                      <a:shade val="67500"/>
                      <a:satMod val="115000"/>
                    </a:schemeClr>
                  </a:gs>
                  <a:gs pos="100000">
                    <a:schemeClr val="lt1">
                      <a:shade val="100000"/>
                      <a:satMod val="115000"/>
                    </a:schemeClr>
                  </a:gs>
                </a:gsLst>
                <a:lin ang="2700000" scaled="1"/>
                <a:tileRect/>
              </a:gra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2E87346-9FDA-EA8D-6522-1D1DC51D7426}"/>
              </a:ext>
            </a:extLst>
          </p:cNvPr>
          <p:cNvSpPr txBox="1"/>
          <p:nvPr/>
        </p:nvSpPr>
        <p:spPr>
          <a:xfrm>
            <a:off x="74359" y="420385"/>
            <a:ext cx="877155" cy="646171"/>
          </a:xfrm>
          <a:prstGeom prst="rect">
            <a:avLst/>
          </a:prstGeom>
          <a:noFill/>
        </p:spPr>
        <p:txBody>
          <a:bodyPr wrap="square" lIns="91410" tIns="45704" rIns="91410" bIns="45704" rtlCol="0">
            <a:spAutoFit/>
          </a:bodyPr>
          <a:lstStyle/>
          <a:p>
            <a:pPr algn="ctr"/>
            <a:r>
              <a:rPr lang="en-US" altLang="zh-CN" sz="3599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endParaRPr lang="zh-CN" altLang="en-US" sz="3599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D9F29B16-2C8A-E728-1FF5-961CF54DB4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990" y="2177617"/>
            <a:ext cx="5482010" cy="3585874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DBE42261-595D-F97B-40DF-BB1B04727519}"/>
              </a:ext>
            </a:extLst>
          </p:cNvPr>
          <p:cNvSpPr txBox="1"/>
          <p:nvPr/>
        </p:nvSpPr>
        <p:spPr>
          <a:xfrm>
            <a:off x="1007005" y="1133163"/>
            <a:ext cx="970948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我的代码是对亮度通道上进行均衡化，让水面漂浮物数据集亮度差异不那么大，就可以避免水波、反光对图像检测的影响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8E200096-2F7D-8538-9C99-1C5B857015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1293" y="2370259"/>
            <a:ext cx="5701271" cy="20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558876"/>
      </p:ext>
    </p:extLst>
  </p:cSld>
  <p:clrMapOvr>
    <a:masterClrMapping/>
  </p:clrMapOvr>
  <p:transition spd="slow" advTm="1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" presetClass="emph" presetSubtype="0" autoRev="1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14" dur="150" fill="hold"/>
                                        <p:tgtEl>
                                          <p:spTgt spid="40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3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6" presetClass="emph" presetSubtype="0" autoRev="1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Scale>
                                      <p:cBhvr>
                                        <p:cTn id="21" dur="300" fill="hold"/>
                                        <p:tgtEl>
                                          <p:spTgt spid="41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85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0" grpId="0" animBg="1"/>
      <p:bldP spid="40" grpId="1" animBg="1"/>
      <p:bldP spid="41" grpId="0"/>
      <p:bldP spid="41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7B4C0-303F-53D2-46B4-C83D9648F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组合 35">
            <a:extLst>
              <a:ext uri="{FF2B5EF4-FFF2-40B4-BE49-F238E27FC236}">
                <a16:creationId xmlns:a16="http://schemas.microsoft.com/office/drawing/2014/main" id="{BDFA3ED2-E073-B334-7EC6-B2492FD601C0}"/>
              </a:ext>
            </a:extLst>
          </p:cNvPr>
          <p:cNvGrpSpPr/>
          <p:nvPr/>
        </p:nvGrpSpPr>
        <p:grpSpPr>
          <a:xfrm>
            <a:off x="2748" y="396002"/>
            <a:ext cx="4064226" cy="698853"/>
            <a:chOff x="543" y="396093"/>
            <a:chExt cx="4065167" cy="699015"/>
          </a:xfrm>
          <a:gradFill>
            <a:gsLst>
              <a:gs pos="90000">
                <a:srgbClr val="108692"/>
              </a:gs>
              <a:gs pos="30000">
                <a:srgbClr val="16B2C1"/>
              </a:gs>
            </a:gsLst>
            <a:lin ang="2700000" scaled="1"/>
          </a:gradFill>
        </p:grpSpPr>
        <p:sp>
          <p:nvSpPr>
            <p:cNvPr id="37" name="矩形 157">
              <a:extLst>
                <a:ext uri="{FF2B5EF4-FFF2-40B4-BE49-F238E27FC236}">
                  <a16:creationId xmlns:a16="http://schemas.microsoft.com/office/drawing/2014/main" id="{39D27395-D83C-D2AE-179B-699587EEDA1A}"/>
                </a:ext>
              </a:extLst>
            </p:cNvPr>
            <p:cNvSpPr/>
            <p:nvPr/>
          </p:nvSpPr>
          <p:spPr>
            <a:xfrm>
              <a:off x="543" y="473171"/>
              <a:ext cx="3557021" cy="544859"/>
            </a:xfrm>
            <a:custGeom>
              <a:avLst/>
              <a:gdLst/>
              <a:ahLst/>
              <a:cxnLst/>
              <a:rect l="l" t="t" r="r" b="b"/>
              <a:pathLst>
                <a:path w="3557021" h="544859">
                  <a:moveTo>
                    <a:pt x="856047" y="0"/>
                  </a:moveTo>
                  <a:lnTo>
                    <a:pt x="3557021" y="0"/>
                  </a:lnTo>
                  <a:lnTo>
                    <a:pt x="3557021" y="544859"/>
                  </a:lnTo>
                  <a:lnTo>
                    <a:pt x="868779" y="544859"/>
                  </a:lnTo>
                  <a:cubicBezTo>
                    <a:pt x="939787" y="477952"/>
                    <a:pt x="983711" y="382946"/>
                    <a:pt x="983711" y="277682"/>
                  </a:cubicBezTo>
                  <a:cubicBezTo>
                    <a:pt x="983711" y="166471"/>
                    <a:pt x="934684" y="66711"/>
                    <a:pt x="856047" y="0"/>
                  </a:cubicBezTo>
                  <a:close/>
                  <a:moveTo>
                    <a:pt x="0" y="0"/>
                  </a:moveTo>
                  <a:lnTo>
                    <a:pt x="370799" y="0"/>
                  </a:lnTo>
                  <a:cubicBezTo>
                    <a:pt x="292162" y="66711"/>
                    <a:pt x="243135" y="166471"/>
                    <a:pt x="243135" y="277682"/>
                  </a:cubicBezTo>
                  <a:cubicBezTo>
                    <a:pt x="243135" y="382946"/>
                    <a:pt x="287059" y="477952"/>
                    <a:pt x="358067" y="544859"/>
                  </a:cubicBezTo>
                  <a:lnTo>
                    <a:pt x="0" y="544859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等腰三角形 37">
              <a:extLst>
                <a:ext uri="{FF2B5EF4-FFF2-40B4-BE49-F238E27FC236}">
                  <a16:creationId xmlns:a16="http://schemas.microsoft.com/office/drawing/2014/main" id="{35C241C9-40DE-097B-58A8-89B74FD6DC18}"/>
                </a:ext>
              </a:extLst>
            </p:cNvPr>
            <p:cNvSpPr/>
            <p:nvPr/>
          </p:nvSpPr>
          <p:spPr>
            <a:xfrm rot="5400000">
              <a:off x="3460182" y="489581"/>
              <a:ext cx="699015" cy="512040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9" name="标题 1">
            <a:extLst>
              <a:ext uri="{FF2B5EF4-FFF2-40B4-BE49-F238E27FC236}">
                <a16:creationId xmlns:a16="http://schemas.microsoft.com/office/drawing/2014/main" id="{3646EC10-4AEF-30F2-2275-E9A88BF6B4AA}"/>
              </a:ext>
            </a:extLst>
          </p:cNvPr>
          <p:cNvSpPr txBox="1">
            <a:spLocks/>
          </p:cNvSpPr>
          <p:nvPr/>
        </p:nvSpPr>
        <p:spPr>
          <a:xfrm>
            <a:off x="1066827" y="494690"/>
            <a:ext cx="2580804" cy="540049"/>
          </a:xfrm>
          <a:prstGeom prst="rect">
            <a:avLst/>
          </a:prstGeom>
        </p:spPr>
        <p:txBody>
          <a:bodyPr lIns="91416" tIns="45707" rIns="91416" bIns="45707">
            <a:normAutofit/>
          </a:bodyPr>
          <a:lstStyle>
            <a:lvl1pPr algn="ctr" defTabSz="914345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defTabSz="914217">
              <a:spcBef>
                <a:spcPts val="0"/>
              </a:spcBef>
            </a:pPr>
            <a:r>
              <a:rPr lang="zh-CN" altLang="en-US" sz="25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+mn-cs"/>
              </a:rPr>
              <a:t>锐化</a:t>
            </a:r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DB6F29FD-6AA2-76F6-77DA-A7B98FFA0FCF}"/>
              </a:ext>
            </a:extLst>
          </p:cNvPr>
          <p:cNvSpPr/>
          <p:nvPr/>
        </p:nvSpPr>
        <p:spPr>
          <a:xfrm>
            <a:off x="118530" y="380476"/>
            <a:ext cx="740405" cy="740405"/>
          </a:xfrm>
          <a:prstGeom prst="ellipse">
            <a:avLst/>
          </a:prstGeom>
          <a:gradFill flip="none" rotWithShape="1">
            <a:gsLst>
              <a:gs pos="90000">
                <a:srgbClr val="108692"/>
              </a:gs>
              <a:gs pos="30000">
                <a:srgbClr val="16B2C1"/>
              </a:gs>
            </a:gsLst>
            <a:lin ang="2700000" scaled="1"/>
            <a:tileRect/>
          </a:gradFill>
          <a:ln w="25400">
            <a:gradFill>
              <a:gsLst>
                <a:gs pos="0">
                  <a:srgbClr val="108692"/>
                </a:gs>
                <a:gs pos="100000">
                  <a:srgbClr val="16B2C1"/>
                </a:gs>
              </a:gsLst>
              <a:lin ang="5400000" scaled="0"/>
            </a:gradFill>
          </a:ln>
          <a:effectLst>
            <a:outerShdw blurRad="254000" dist="76200" dir="3540000" algn="tl" rotWithShape="0">
              <a:schemeClr val="tx1">
                <a:lumMod val="95000"/>
                <a:lumOff val="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0" tIns="45704" rIns="91410" bIns="45704" rtlCol="0" anchor="ctr"/>
          <a:lstStyle/>
          <a:p>
            <a:pPr algn="ctr"/>
            <a:endParaRPr lang="zh-CN" altLang="en-US">
              <a:gradFill flip="none" rotWithShape="1">
                <a:gsLst>
                  <a:gs pos="0">
                    <a:schemeClr val="lt1">
                      <a:shade val="30000"/>
                      <a:satMod val="115000"/>
                    </a:schemeClr>
                  </a:gs>
                  <a:gs pos="50000">
                    <a:schemeClr val="lt1">
                      <a:shade val="67500"/>
                      <a:satMod val="115000"/>
                    </a:schemeClr>
                  </a:gs>
                  <a:gs pos="100000">
                    <a:schemeClr val="lt1">
                      <a:shade val="100000"/>
                      <a:satMod val="115000"/>
                    </a:schemeClr>
                  </a:gs>
                </a:gsLst>
                <a:lin ang="2700000" scaled="1"/>
                <a:tileRect/>
              </a:gra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F2754A1-DF14-23A7-327A-2FB84EC28836}"/>
              </a:ext>
            </a:extLst>
          </p:cNvPr>
          <p:cNvSpPr txBox="1"/>
          <p:nvPr/>
        </p:nvSpPr>
        <p:spPr>
          <a:xfrm>
            <a:off x="74359" y="420385"/>
            <a:ext cx="877155" cy="646171"/>
          </a:xfrm>
          <a:prstGeom prst="rect">
            <a:avLst/>
          </a:prstGeom>
          <a:noFill/>
        </p:spPr>
        <p:txBody>
          <a:bodyPr wrap="square" lIns="91410" tIns="45704" rIns="91410" bIns="45704" rtlCol="0">
            <a:spAutoFit/>
          </a:bodyPr>
          <a:lstStyle/>
          <a:p>
            <a:pPr algn="ctr"/>
            <a:r>
              <a:rPr lang="en-US" altLang="zh-CN" sz="3599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4</a:t>
            </a:r>
            <a:endParaRPr lang="zh-CN" altLang="en-US" sz="3599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3B413E3-85A3-0D98-7DA9-3626AF555E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1591" y="2793390"/>
            <a:ext cx="7018963" cy="2014138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F272D132-593C-9F29-332D-76B3B532FFCD}"/>
              </a:ext>
            </a:extLst>
          </p:cNvPr>
          <p:cNvSpPr txBox="1"/>
          <p:nvPr/>
        </p:nvSpPr>
        <p:spPr>
          <a:xfrm>
            <a:off x="1007005" y="1133163"/>
            <a:ext cx="970948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锐化与高斯滤波有很多相似之处，二者都用到了卷积操作。锐化的卷积核通常是下面这个矩阵。可以看到周围都是</a:t>
            </a:r>
            <a:r>
              <a:rPr lang="en-US" altLang="zh-CN" dirty="0"/>
              <a:t>-1</a:t>
            </a:r>
            <a:r>
              <a:rPr lang="zh-CN" altLang="en-US" dirty="0"/>
              <a:t>，中心为</a:t>
            </a:r>
            <a:r>
              <a:rPr lang="en-US" altLang="zh-CN" dirty="0"/>
              <a:t>9</a:t>
            </a:r>
            <a:r>
              <a:rPr lang="zh-CN" altLang="en-US" dirty="0"/>
              <a:t>，这表明这个卷积核可以弱化周围效果，更加突出</a:t>
            </a:r>
            <a:r>
              <a:rPr lang="en-US" altLang="zh-CN" dirty="0"/>
              <a:t>(</a:t>
            </a:r>
            <a:r>
              <a:rPr lang="zh-CN" altLang="en-US" dirty="0"/>
              <a:t>锐化</a:t>
            </a:r>
            <a:r>
              <a:rPr lang="en-US" altLang="zh-CN" dirty="0"/>
              <a:t>)</a:t>
            </a:r>
            <a:r>
              <a:rPr lang="zh-CN" altLang="en-US" dirty="0"/>
              <a:t>中间像素的像素值，这个就可以让一些物体的边界更加容易分辨，让物体的轮廓更加清晰</a:t>
            </a:r>
          </a:p>
        </p:txBody>
      </p:sp>
    </p:spTree>
    <p:extLst>
      <p:ext uri="{BB962C8B-B14F-4D97-AF65-F5344CB8AC3E}">
        <p14:creationId xmlns:p14="http://schemas.microsoft.com/office/powerpoint/2010/main" val="3801184434"/>
      </p:ext>
    </p:extLst>
  </p:cSld>
  <p:clrMapOvr>
    <a:masterClrMapping/>
  </p:clrMapOvr>
  <p:transition spd="slow" advTm="1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" presetClass="emph" presetSubtype="0" autoRev="1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14" dur="150" fill="hold"/>
                                        <p:tgtEl>
                                          <p:spTgt spid="40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3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6" presetClass="emph" presetSubtype="0" autoRev="1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Scale>
                                      <p:cBhvr>
                                        <p:cTn id="21" dur="300" fill="hold"/>
                                        <p:tgtEl>
                                          <p:spTgt spid="41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85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0" grpId="0" animBg="1"/>
      <p:bldP spid="40" grpId="1" animBg="1"/>
      <p:bldP spid="41" grpId="0"/>
      <p:bldP spid="41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CA53CD-E1E7-7B37-C9D8-436111B4E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4AFE7A7-6FA0-C1CA-347B-CD8BB53130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952" y="2109253"/>
            <a:ext cx="5526368" cy="2767423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886F9E6A-C4C1-87D1-AD80-B7AA35ACB640}"/>
              </a:ext>
            </a:extLst>
          </p:cNvPr>
          <p:cNvSpPr txBox="1"/>
          <p:nvPr/>
        </p:nvSpPr>
        <p:spPr>
          <a:xfrm>
            <a:off x="1027788" y="523564"/>
            <a:ext cx="59207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图像质量增强的具体效果：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A76F9BD-6278-F4C3-176B-5081ED930C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7178" y="2113492"/>
            <a:ext cx="5526368" cy="2763184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F10A977D-D085-71EA-84BC-792F72855C83}"/>
              </a:ext>
            </a:extLst>
          </p:cNvPr>
          <p:cNvSpPr txBox="1"/>
          <p:nvPr/>
        </p:nvSpPr>
        <p:spPr>
          <a:xfrm>
            <a:off x="2059954" y="5227182"/>
            <a:ext cx="18331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图像质量增强前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FA9A20B-01F5-FF7F-26D9-ADC300873453}"/>
              </a:ext>
            </a:extLst>
          </p:cNvPr>
          <p:cNvSpPr txBox="1"/>
          <p:nvPr/>
        </p:nvSpPr>
        <p:spPr>
          <a:xfrm>
            <a:off x="8333775" y="5227182"/>
            <a:ext cx="18331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图像质量增强后</a:t>
            </a:r>
          </a:p>
        </p:txBody>
      </p:sp>
    </p:spTree>
    <p:extLst>
      <p:ext uri="{BB962C8B-B14F-4D97-AF65-F5344CB8AC3E}">
        <p14:creationId xmlns:p14="http://schemas.microsoft.com/office/powerpoint/2010/main" val="3615686336"/>
      </p:ext>
    </p:extLst>
  </p:cSld>
  <p:clrMapOvr>
    <a:masterClrMapping/>
  </p:clrMapOvr>
  <p:transition spd="slow" advTm="1000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93E734-5538-7D3C-5F64-599999414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746E352C-0557-22E7-68CF-EEC966EA78D8}"/>
              </a:ext>
            </a:extLst>
          </p:cNvPr>
          <p:cNvSpPr txBox="1"/>
          <p:nvPr/>
        </p:nvSpPr>
        <p:spPr>
          <a:xfrm>
            <a:off x="1027788" y="523564"/>
            <a:ext cx="59207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图像质量增强的具体效果：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07154A4-C2E5-0D86-933E-7D7AED2AA21E}"/>
              </a:ext>
            </a:extLst>
          </p:cNvPr>
          <p:cNvSpPr txBox="1"/>
          <p:nvPr/>
        </p:nvSpPr>
        <p:spPr>
          <a:xfrm>
            <a:off x="2059954" y="5227182"/>
            <a:ext cx="18331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图像质量增强前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D1BFF0A-CA81-775A-3ED4-D739BCEA9AA5}"/>
              </a:ext>
            </a:extLst>
          </p:cNvPr>
          <p:cNvSpPr txBox="1"/>
          <p:nvPr/>
        </p:nvSpPr>
        <p:spPr>
          <a:xfrm>
            <a:off x="8333775" y="5227182"/>
            <a:ext cx="18331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图像质量增强后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87C46A8-AD9C-2B83-A8EC-93371C5BEA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272" y="1686107"/>
            <a:ext cx="5609838" cy="3157634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C30E90C4-4D2F-8134-A6B6-F135F88EC9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4250" y="1672963"/>
            <a:ext cx="5609838" cy="3170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222917"/>
      </p:ext>
    </p:extLst>
  </p:cSld>
  <p:clrMapOvr>
    <a:masterClrMapping/>
  </p:clrMapOvr>
  <p:transition spd="slow" advTm="1000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A5E624-F067-4AE7-252A-3DCBF7059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6A4C3C49-D87D-9323-164B-1E0C81856852}"/>
              </a:ext>
            </a:extLst>
          </p:cNvPr>
          <p:cNvSpPr txBox="1"/>
          <p:nvPr/>
        </p:nvSpPr>
        <p:spPr>
          <a:xfrm>
            <a:off x="1027788" y="523564"/>
            <a:ext cx="59207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图像质量增强的具体效果：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7957F02-A27C-6199-DF74-2431445779A8}"/>
              </a:ext>
            </a:extLst>
          </p:cNvPr>
          <p:cNvSpPr txBox="1"/>
          <p:nvPr/>
        </p:nvSpPr>
        <p:spPr>
          <a:xfrm>
            <a:off x="2059954" y="5227182"/>
            <a:ext cx="18331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图像质量增强前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6D88734-9B24-E289-5B4A-763F87407E52}"/>
              </a:ext>
            </a:extLst>
          </p:cNvPr>
          <p:cNvSpPr txBox="1"/>
          <p:nvPr/>
        </p:nvSpPr>
        <p:spPr>
          <a:xfrm>
            <a:off x="8333775" y="5227182"/>
            <a:ext cx="18331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图像质量增强后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048E8EA-EE37-31AD-57AA-4E825939E4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872" y="1696526"/>
            <a:ext cx="5609839" cy="314721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1906D647-465E-A2AB-2B3B-B94170978E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0291" y="1675744"/>
            <a:ext cx="5551245" cy="3141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715405"/>
      </p:ext>
    </p:extLst>
  </p:cSld>
  <p:clrMapOvr>
    <a:masterClrMapping/>
  </p:clrMapOvr>
  <p:transition spd="slow" advTm="1000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5693487" y="2559577"/>
            <a:ext cx="6496309" cy="1223433"/>
          </a:xfrm>
          <a:custGeom>
            <a:avLst/>
            <a:gdLst/>
            <a:ahLst/>
            <a:cxnLst/>
            <a:rect l="l" t="t" r="r" b="b"/>
            <a:pathLst>
              <a:path w="6497813" h="1223716">
                <a:moveTo>
                  <a:pt x="0" y="0"/>
                </a:moveTo>
                <a:lnTo>
                  <a:pt x="6497813" y="0"/>
                </a:lnTo>
                <a:lnTo>
                  <a:pt x="6497813" y="1223716"/>
                </a:lnTo>
                <a:lnTo>
                  <a:pt x="124270" y="1223716"/>
                </a:lnTo>
                <a:cubicBezTo>
                  <a:pt x="210685" y="1069007"/>
                  <a:pt x="259682" y="890681"/>
                  <a:pt x="259682" y="700911"/>
                </a:cubicBezTo>
                <a:cubicBezTo>
                  <a:pt x="259682" y="433116"/>
                  <a:pt x="162111" y="188110"/>
                  <a:pt x="0" y="0"/>
                </a:cubicBezTo>
                <a:close/>
              </a:path>
            </a:pathLst>
          </a:custGeom>
          <a:gradFill>
            <a:gsLst>
              <a:gs pos="0">
                <a:srgbClr val="108692"/>
              </a:gs>
              <a:gs pos="100000">
                <a:srgbClr val="16B2C1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3632519" y="2181725"/>
            <a:ext cx="2157203" cy="2157203"/>
          </a:xfrm>
          <a:prstGeom prst="ellipse">
            <a:avLst/>
          </a:prstGeom>
          <a:gradFill flip="none" rotWithShape="1">
            <a:gsLst>
              <a:gs pos="90000">
                <a:srgbClr val="108692"/>
              </a:gs>
              <a:gs pos="30000">
                <a:srgbClr val="16B2C1"/>
              </a:gs>
            </a:gsLst>
            <a:lin ang="2700000" scaled="1"/>
            <a:tileRect/>
          </a:gradFill>
          <a:ln w="25400">
            <a:gradFill>
              <a:gsLst>
                <a:gs pos="0">
                  <a:srgbClr val="108692"/>
                </a:gs>
                <a:gs pos="100000">
                  <a:srgbClr val="16B2C1"/>
                </a:gs>
              </a:gsLst>
              <a:lin ang="5400000" scaled="0"/>
            </a:gradFill>
          </a:ln>
          <a:effectLst>
            <a:outerShdw blurRad="254000" dist="127000" dir="3540000" algn="tl" rotWithShape="0">
              <a:schemeClr val="tx1">
                <a:lumMod val="95000"/>
                <a:lumOff val="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0" tIns="45704" rIns="91410" bIns="45704" rtlCol="0" anchor="ctr"/>
          <a:lstStyle/>
          <a:p>
            <a:pPr algn="ctr"/>
            <a:endParaRPr lang="zh-CN" altLang="en-US">
              <a:gradFill flip="none" rotWithShape="1">
                <a:gsLst>
                  <a:gs pos="0">
                    <a:schemeClr val="lt1">
                      <a:shade val="30000"/>
                      <a:satMod val="115000"/>
                    </a:schemeClr>
                  </a:gs>
                  <a:gs pos="50000">
                    <a:schemeClr val="lt1">
                      <a:shade val="67500"/>
                      <a:satMod val="115000"/>
                    </a:schemeClr>
                  </a:gs>
                  <a:gs pos="100000">
                    <a:schemeClr val="lt1">
                      <a:shade val="100000"/>
                      <a:satMod val="115000"/>
                    </a:schemeClr>
                  </a:gs>
                </a:gsLst>
                <a:lin ang="2700000" scaled="1"/>
                <a:tileRect/>
              </a:gra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6156104" y="2755893"/>
            <a:ext cx="5752361" cy="830801"/>
          </a:xfrm>
          <a:prstGeom prst="rect">
            <a:avLst/>
          </a:prstGeom>
        </p:spPr>
        <p:txBody>
          <a:bodyPr wrap="square" lIns="91416" tIns="45707" rIns="91416" bIns="45707">
            <a:spAutoFit/>
          </a:bodyPr>
          <a:lstStyle/>
          <a:p>
            <a:r>
              <a:rPr lang="zh-CN" altLang="en-US" sz="4799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图像数量增强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2518" y="2607907"/>
            <a:ext cx="2157203" cy="1323123"/>
          </a:xfrm>
          <a:prstGeom prst="rect">
            <a:avLst/>
          </a:prstGeom>
          <a:noFill/>
        </p:spPr>
        <p:txBody>
          <a:bodyPr wrap="square" lIns="91410" tIns="45704" rIns="91410" bIns="45704" rtlCol="0">
            <a:spAutoFit/>
          </a:bodyPr>
          <a:lstStyle/>
          <a:p>
            <a:pPr algn="ctr"/>
            <a:r>
              <a:rPr lang="en-US" altLang="zh-CN" sz="7998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C</a:t>
            </a:r>
            <a:endParaRPr lang="zh-CN" altLang="en-US" sz="7998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4791166"/>
      </p:ext>
    </p:extLst>
  </p:cSld>
  <p:clrMapOvr>
    <a:masterClrMapping/>
  </p:clrMapOvr>
  <p:transition spd="slow" advTm="1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autoRev="1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11" dur="150" fill="hold"/>
                                        <p:tgtEl>
                                          <p:spTgt spid="9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" presetClass="emph" presetSubtype="0" autoRev="1" fill="hold" grpId="1" nodeType="withEffect">
                                  <p:stCondLst>
                                    <p:cond delay="800"/>
                                  </p:stCondLst>
                                  <p:childTnLst>
                                    <p:animScale>
                                      <p:cBhvr>
                                        <p:cTn id="18" dur="300" fill="hold"/>
                                        <p:tgtEl>
                                          <p:spTgt spid="13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4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900"/>
                            </p:stCondLst>
                            <p:childTnLst>
                              <p:par>
                                <p:cTn id="24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9" grpId="0" animBg="1"/>
      <p:bldP spid="9" grpId="1" animBg="1"/>
      <p:bldP spid="11" grpId="0"/>
      <p:bldP spid="13" grpId="0"/>
      <p:bldP spid="13" grpId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组合 28"/>
          <p:cNvGrpSpPr/>
          <p:nvPr/>
        </p:nvGrpSpPr>
        <p:grpSpPr>
          <a:xfrm>
            <a:off x="2748" y="396002"/>
            <a:ext cx="5296616" cy="698853"/>
            <a:chOff x="543" y="396093"/>
            <a:chExt cx="4065167" cy="699015"/>
          </a:xfrm>
          <a:gradFill>
            <a:gsLst>
              <a:gs pos="90000">
                <a:srgbClr val="108692"/>
              </a:gs>
              <a:gs pos="30000">
                <a:srgbClr val="16B2C1"/>
              </a:gs>
            </a:gsLst>
            <a:lin ang="2700000" scaled="1"/>
          </a:gradFill>
        </p:grpSpPr>
        <p:sp>
          <p:nvSpPr>
            <p:cNvPr id="30" name="矩形 157"/>
            <p:cNvSpPr/>
            <p:nvPr/>
          </p:nvSpPr>
          <p:spPr>
            <a:xfrm>
              <a:off x="543" y="473171"/>
              <a:ext cx="3557021" cy="544859"/>
            </a:xfrm>
            <a:custGeom>
              <a:avLst/>
              <a:gdLst/>
              <a:ahLst/>
              <a:cxnLst/>
              <a:rect l="l" t="t" r="r" b="b"/>
              <a:pathLst>
                <a:path w="3557021" h="544859">
                  <a:moveTo>
                    <a:pt x="856047" y="0"/>
                  </a:moveTo>
                  <a:lnTo>
                    <a:pt x="3557021" y="0"/>
                  </a:lnTo>
                  <a:lnTo>
                    <a:pt x="3557021" y="544859"/>
                  </a:lnTo>
                  <a:lnTo>
                    <a:pt x="868779" y="544859"/>
                  </a:lnTo>
                  <a:cubicBezTo>
                    <a:pt x="939787" y="477952"/>
                    <a:pt x="983711" y="382946"/>
                    <a:pt x="983711" y="277682"/>
                  </a:cubicBezTo>
                  <a:cubicBezTo>
                    <a:pt x="983711" y="166471"/>
                    <a:pt x="934684" y="66711"/>
                    <a:pt x="856047" y="0"/>
                  </a:cubicBezTo>
                  <a:close/>
                  <a:moveTo>
                    <a:pt x="0" y="0"/>
                  </a:moveTo>
                  <a:lnTo>
                    <a:pt x="370799" y="0"/>
                  </a:lnTo>
                  <a:cubicBezTo>
                    <a:pt x="292162" y="66711"/>
                    <a:pt x="243135" y="166471"/>
                    <a:pt x="243135" y="277682"/>
                  </a:cubicBezTo>
                  <a:cubicBezTo>
                    <a:pt x="243135" y="382946"/>
                    <a:pt x="287059" y="477952"/>
                    <a:pt x="358067" y="544859"/>
                  </a:cubicBezTo>
                  <a:lnTo>
                    <a:pt x="0" y="544859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等腰三角形 30"/>
            <p:cNvSpPr/>
            <p:nvPr/>
          </p:nvSpPr>
          <p:spPr>
            <a:xfrm rot="5400000">
              <a:off x="3460182" y="489581"/>
              <a:ext cx="699015" cy="512040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2" name="标题 1"/>
          <p:cNvSpPr txBox="1">
            <a:spLocks/>
          </p:cNvSpPr>
          <p:nvPr/>
        </p:nvSpPr>
        <p:spPr>
          <a:xfrm>
            <a:off x="1180965" y="554805"/>
            <a:ext cx="3784822" cy="540049"/>
          </a:xfrm>
          <a:prstGeom prst="rect">
            <a:avLst/>
          </a:prstGeom>
        </p:spPr>
        <p:txBody>
          <a:bodyPr lIns="91416" tIns="45707" rIns="91416" bIns="45707">
            <a:normAutofit fontScale="77500" lnSpcReduction="20000"/>
          </a:bodyPr>
          <a:lstStyle>
            <a:lvl1pPr algn="ctr" defTabSz="914345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为什么要进行图像数量增强</a:t>
            </a:r>
          </a:p>
        </p:txBody>
      </p:sp>
      <p:sp>
        <p:nvSpPr>
          <p:cNvPr id="33" name="椭圆 32"/>
          <p:cNvSpPr/>
          <p:nvPr/>
        </p:nvSpPr>
        <p:spPr>
          <a:xfrm>
            <a:off x="118530" y="380476"/>
            <a:ext cx="740405" cy="740405"/>
          </a:xfrm>
          <a:prstGeom prst="ellipse">
            <a:avLst/>
          </a:prstGeom>
          <a:gradFill flip="none" rotWithShape="1">
            <a:gsLst>
              <a:gs pos="90000">
                <a:srgbClr val="108692"/>
              </a:gs>
              <a:gs pos="30000">
                <a:srgbClr val="16B2C1"/>
              </a:gs>
            </a:gsLst>
            <a:lin ang="2700000" scaled="1"/>
            <a:tileRect/>
          </a:gradFill>
          <a:ln w="25400">
            <a:gradFill>
              <a:gsLst>
                <a:gs pos="0">
                  <a:srgbClr val="108692"/>
                </a:gs>
                <a:gs pos="100000">
                  <a:srgbClr val="16B2C1"/>
                </a:gs>
              </a:gsLst>
              <a:lin ang="5400000" scaled="0"/>
            </a:gradFill>
          </a:ln>
          <a:effectLst>
            <a:outerShdw blurRad="254000" dist="76200" dir="3540000" algn="tl" rotWithShape="0">
              <a:schemeClr val="tx1">
                <a:lumMod val="95000"/>
                <a:lumOff val="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0" tIns="45704" rIns="91410" bIns="45704" rtlCol="0" anchor="ctr"/>
          <a:lstStyle/>
          <a:p>
            <a:pPr algn="ctr"/>
            <a:endParaRPr lang="zh-CN" altLang="en-US">
              <a:gradFill flip="none" rotWithShape="1">
                <a:gsLst>
                  <a:gs pos="0">
                    <a:schemeClr val="lt1">
                      <a:shade val="30000"/>
                      <a:satMod val="115000"/>
                    </a:schemeClr>
                  </a:gs>
                  <a:gs pos="50000">
                    <a:schemeClr val="lt1">
                      <a:shade val="67500"/>
                      <a:satMod val="115000"/>
                    </a:schemeClr>
                  </a:gs>
                  <a:gs pos="100000">
                    <a:schemeClr val="lt1">
                      <a:shade val="100000"/>
                      <a:satMod val="115000"/>
                    </a:schemeClr>
                  </a:gs>
                </a:gsLst>
                <a:lin ang="2700000" scaled="1"/>
                <a:tileRect/>
              </a:gra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0154" y="422342"/>
            <a:ext cx="877155" cy="646171"/>
          </a:xfrm>
          <a:prstGeom prst="rect">
            <a:avLst/>
          </a:prstGeom>
          <a:noFill/>
        </p:spPr>
        <p:txBody>
          <a:bodyPr wrap="square" lIns="91410" tIns="45704" rIns="91410" bIns="45704" rtlCol="0">
            <a:spAutoFit/>
          </a:bodyPr>
          <a:lstStyle/>
          <a:p>
            <a:pPr algn="ctr"/>
            <a:r>
              <a:rPr lang="en-US" altLang="zh-CN" sz="3599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endParaRPr lang="zh-CN" altLang="en-US" sz="3599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DB81C84-F7E4-6CF3-4366-37718C01E357}"/>
              </a:ext>
            </a:extLst>
          </p:cNvPr>
          <p:cNvSpPr txBox="1"/>
          <p:nvPr/>
        </p:nvSpPr>
        <p:spPr>
          <a:xfrm>
            <a:off x="2286000" y="2136339"/>
            <a:ext cx="6828559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图像增强除了质量上的增强，还需要有数量上的增强，为了让模型能够多角度灵活识别水面垃圾。我们需要在原图的基础上</a:t>
            </a: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生成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他们的旋转、翻折、中心裁剪的副本。图像质量增强处理后的图片能够减少模型欠拟合的概率，让模型更够更好学习到图片的特征；而图像数量增强后的图片能够减少模型过拟合的概率，让模型能够多角度学习到图片的特征。</a:t>
            </a:r>
            <a:endParaRPr lang="zh-CN" altLang="zh-CN" sz="14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比如说某个鹦鹉品种识别的项目，鸟嘴统一朝向左，最后模型训练好之后，很有可能出现出现过拟合的情况，看到朝右的鸟嘴就容易</a:t>
            </a: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识别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出错</a:t>
            </a:r>
            <a:endParaRPr lang="zh-CN" altLang="zh-CN" sz="14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827877"/>
      </p:ext>
    </p:extLst>
  </p:cSld>
  <p:clrMapOvr>
    <a:masterClrMapping/>
  </p:clrMapOvr>
  <p:transition spd="slow" advTm="1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" presetClass="emph" presetSubtype="0" autoRev="1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14" dur="150" fill="hold"/>
                                        <p:tgtEl>
                                          <p:spTgt spid="33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3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6" presetClass="emph" presetSubtype="0" autoRev="1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Scale>
                                      <p:cBhvr>
                                        <p:cTn id="21" dur="300" fill="hold"/>
                                        <p:tgtEl>
                                          <p:spTgt spid="34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85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 animBg="1"/>
      <p:bldP spid="33" grpId="1" animBg="1"/>
      <p:bldP spid="34" grpId="0"/>
      <p:bldP spid="34" grpId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321CC8-657D-A853-6AE4-7E0CB9B847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组合 28">
            <a:extLst>
              <a:ext uri="{FF2B5EF4-FFF2-40B4-BE49-F238E27FC236}">
                <a16:creationId xmlns:a16="http://schemas.microsoft.com/office/drawing/2014/main" id="{075B211F-58C0-F37D-5136-8C5A0540DFC0}"/>
              </a:ext>
            </a:extLst>
          </p:cNvPr>
          <p:cNvGrpSpPr/>
          <p:nvPr/>
        </p:nvGrpSpPr>
        <p:grpSpPr>
          <a:xfrm>
            <a:off x="2748" y="396002"/>
            <a:ext cx="5296616" cy="698853"/>
            <a:chOff x="543" y="396093"/>
            <a:chExt cx="4065167" cy="699015"/>
          </a:xfrm>
          <a:gradFill>
            <a:gsLst>
              <a:gs pos="90000">
                <a:srgbClr val="108692"/>
              </a:gs>
              <a:gs pos="30000">
                <a:srgbClr val="16B2C1"/>
              </a:gs>
            </a:gsLst>
            <a:lin ang="2700000" scaled="1"/>
          </a:gradFill>
        </p:grpSpPr>
        <p:sp>
          <p:nvSpPr>
            <p:cNvPr id="30" name="矩形 157">
              <a:extLst>
                <a:ext uri="{FF2B5EF4-FFF2-40B4-BE49-F238E27FC236}">
                  <a16:creationId xmlns:a16="http://schemas.microsoft.com/office/drawing/2014/main" id="{B0502E6F-CCD6-293D-FB06-92EBEAB0171C}"/>
                </a:ext>
              </a:extLst>
            </p:cNvPr>
            <p:cNvSpPr/>
            <p:nvPr/>
          </p:nvSpPr>
          <p:spPr>
            <a:xfrm>
              <a:off x="543" y="473171"/>
              <a:ext cx="3557021" cy="544859"/>
            </a:xfrm>
            <a:custGeom>
              <a:avLst/>
              <a:gdLst/>
              <a:ahLst/>
              <a:cxnLst/>
              <a:rect l="l" t="t" r="r" b="b"/>
              <a:pathLst>
                <a:path w="3557021" h="544859">
                  <a:moveTo>
                    <a:pt x="856047" y="0"/>
                  </a:moveTo>
                  <a:lnTo>
                    <a:pt x="3557021" y="0"/>
                  </a:lnTo>
                  <a:lnTo>
                    <a:pt x="3557021" y="544859"/>
                  </a:lnTo>
                  <a:lnTo>
                    <a:pt x="868779" y="544859"/>
                  </a:lnTo>
                  <a:cubicBezTo>
                    <a:pt x="939787" y="477952"/>
                    <a:pt x="983711" y="382946"/>
                    <a:pt x="983711" y="277682"/>
                  </a:cubicBezTo>
                  <a:cubicBezTo>
                    <a:pt x="983711" y="166471"/>
                    <a:pt x="934684" y="66711"/>
                    <a:pt x="856047" y="0"/>
                  </a:cubicBezTo>
                  <a:close/>
                  <a:moveTo>
                    <a:pt x="0" y="0"/>
                  </a:moveTo>
                  <a:lnTo>
                    <a:pt x="370799" y="0"/>
                  </a:lnTo>
                  <a:cubicBezTo>
                    <a:pt x="292162" y="66711"/>
                    <a:pt x="243135" y="166471"/>
                    <a:pt x="243135" y="277682"/>
                  </a:cubicBezTo>
                  <a:cubicBezTo>
                    <a:pt x="243135" y="382946"/>
                    <a:pt x="287059" y="477952"/>
                    <a:pt x="358067" y="544859"/>
                  </a:cubicBezTo>
                  <a:lnTo>
                    <a:pt x="0" y="544859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等腰三角形 30">
              <a:extLst>
                <a:ext uri="{FF2B5EF4-FFF2-40B4-BE49-F238E27FC236}">
                  <a16:creationId xmlns:a16="http://schemas.microsoft.com/office/drawing/2014/main" id="{124AC5E6-79C5-D586-0B61-D82AC3A0AD80}"/>
                </a:ext>
              </a:extLst>
            </p:cNvPr>
            <p:cNvSpPr/>
            <p:nvPr/>
          </p:nvSpPr>
          <p:spPr>
            <a:xfrm rot="5400000">
              <a:off x="3460182" y="489581"/>
              <a:ext cx="699015" cy="512040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2" name="标题 1">
            <a:extLst>
              <a:ext uri="{FF2B5EF4-FFF2-40B4-BE49-F238E27FC236}">
                <a16:creationId xmlns:a16="http://schemas.microsoft.com/office/drawing/2014/main" id="{5836FCE4-CE50-7913-B62B-ABDE4271E078}"/>
              </a:ext>
            </a:extLst>
          </p:cNvPr>
          <p:cNvSpPr txBox="1">
            <a:spLocks/>
          </p:cNvSpPr>
          <p:nvPr/>
        </p:nvSpPr>
        <p:spPr>
          <a:xfrm>
            <a:off x="899871" y="473062"/>
            <a:ext cx="3784822" cy="540049"/>
          </a:xfrm>
          <a:prstGeom prst="rect">
            <a:avLst/>
          </a:prstGeom>
        </p:spPr>
        <p:txBody>
          <a:bodyPr lIns="91416" tIns="45707" rIns="91416" bIns="45707">
            <a:normAutofit/>
          </a:bodyPr>
          <a:lstStyle>
            <a:lvl1pPr algn="ctr" defTabSz="914345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图像数量增强效果</a:t>
            </a:r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A33E0923-466C-B87C-BC6F-DBC4F34D5060}"/>
              </a:ext>
            </a:extLst>
          </p:cNvPr>
          <p:cNvSpPr/>
          <p:nvPr/>
        </p:nvSpPr>
        <p:spPr>
          <a:xfrm>
            <a:off x="118530" y="380476"/>
            <a:ext cx="740405" cy="740405"/>
          </a:xfrm>
          <a:prstGeom prst="ellipse">
            <a:avLst/>
          </a:prstGeom>
          <a:gradFill flip="none" rotWithShape="1">
            <a:gsLst>
              <a:gs pos="90000">
                <a:srgbClr val="108692"/>
              </a:gs>
              <a:gs pos="30000">
                <a:srgbClr val="16B2C1"/>
              </a:gs>
            </a:gsLst>
            <a:lin ang="2700000" scaled="1"/>
            <a:tileRect/>
          </a:gradFill>
          <a:ln w="25400">
            <a:gradFill>
              <a:gsLst>
                <a:gs pos="0">
                  <a:srgbClr val="108692"/>
                </a:gs>
                <a:gs pos="100000">
                  <a:srgbClr val="16B2C1"/>
                </a:gs>
              </a:gsLst>
              <a:lin ang="5400000" scaled="0"/>
            </a:gradFill>
          </a:ln>
          <a:effectLst>
            <a:outerShdw blurRad="254000" dist="76200" dir="3540000" algn="tl" rotWithShape="0">
              <a:schemeClr val="tx1">
                <a:lumMod val="95000"/>
                <a:lumOff val="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0" tIns="45704" rIns="91410" bIns="45704" rtlCol="0" anchor="ctr"/>
          <a:lstStyle/>
          <a:p>
            <a:pPr algn="ctr"/>
            <a:endParaRPr lang="zh-CN" altLang="en-US">
              <a:gradFill flip="none" rotWithShape="1">
                <a:gsLst>
                  <a:gs pos="0">
                    <a:schemeClr val="lt1">
                      <a:shade val="30000"/>
                      <a:satMod val="115000"/>
                    </a:schemeClr>
                  </a:gs>
                  <a:gs pos="50000">
                    <a:schemeClr val="lt1">
                      <a:shade val="67500"/>
                      <a:satMod val="115000"/>
                    </a:schemeClr>
                  </a:gs>
                  <a:gs pos="100000">
                    <a:schemeClr val="lt1">
                      <a:shade val="100000"/>
                      <a:satMod val="115000"/>
                    </a:schemeClr>
                  </a:gs>
                </a:gsLst>
                <a:lin ang="2700000" scaled="1"/>
                <a:tileRect/>
              </a:gra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B4EEEA6-7A52-597C-B732-2B785DD35786}"/>
              </a:ext>
            </a:extLst>
          </p:cNvPr>
          <p:cNvSpPr txBox="1"/>
          <p:nvPr/>
        </p:nvSpPr>
        <p:spPr>
          <a:xfrm>
            <a:off x="50154" y="422342"/>
            <a:ext cx="877155" cy="646171"/>
          </a:xfrm>
          <a:prstGeom prst="rect">
            <a:avLst/>
          </a:prstGeom>
          <a:noFill/>
        </p:spPr>
        <p:txBody>
          <a:bodyPr wrap="square" lIns="91410" tIns="45704" rIns="91410" bIns="45704" rtlCol="0">
            <a:spAutoFit/>
          </a:bodyPr>
          <a:lstStyle/>
          <a:p>
            <a:pPr algn="ctr"/>
            <a:r>
              <a:rPr lang="en-US" altLang="zh-CN" sz="3599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endParaRPr lang="zh-CN" altLang="en-US" sz="3599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1A885F3-F5BF-90A8-38A2-90D0D145F492}"/>
              </a:ext>
            </a:extLst>
          </p:cNvPr>
          <p:cNvSpPr txBox="1"/>
          <p:nvPr/>
        </p:nvSpPr>
        <p:spPr>
          <a:xfrm>
            <a:off x="2659631" y="5240626"/>
            <a:ext cx="66715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zh-CN" altLang="en-US" sz="14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原图</a:t>
            </a:r>
            <a:endParaRPr lang="zh-CN" altLang="zh-CN" sz="14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300170A-B37A-B7DC-4B21-023131DD62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530" y="1883476"/>
            <a:ext cx="5499901" cy="3091048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193AF012-2244-B8BD-B9DA-2A324ACFFC4C}"/>
              </a:ext>
            </a:extLst>
          </p:cNvPr>
          <p:cNvSpPr txBox="1"/>
          <p:nvPr/>
        </p:nvSpPr>
        <p:spPr>
          <a:xfrm>
            <a:off x="7945361" y="5153547"/>
            <a:ext cx="10810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zh-CN" altLang="en-US" sz="14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翻折</a:t>
            </a:r>
            <a:endParaRPr lang="zh-CN" altLang="zh-CN" sz="14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7D75E36-381B-C3BE-710F-3FD8D10F79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5580" y="1883476"/>
            <a:ext cx="5499901" cy="3091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071869"/>
      </p:ext>
    </p:extLst>
  </p:cSld>
  <p:clrMapOvr>
    <a:masterClrMapping/>
  </p:clrMapOvr>
  <p:transition spd="slow" advTm="1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" presetClass="emph" presetSubtype="0" autoRev="1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14" dur="150" fill="hold"/>
                                        <p:tgtEl>
                                          <p:spTgt spid="33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3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6" presetClass="emph" presetSubtype="0" autoRev="1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Scale>
                                      <p:cBhvr>
                                        <p:cTn id="21" dur="300" fill="hold"/>
                                        <p:tgtEl>
                                          <p:spTgt spid="34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85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 animBg="1"/>
      <p:bldP spid="33" grpId="1" animBg="1"/>
      <p:bldP spid="34" grpId="0"/>
      <p:bldP spid="34" grpId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0FD327-81FB-A35A-5F3E-5D53A70C5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组合 28">
            <a:extLst>
              <a:ext uri="{FF2B5EF4-FFF2-40B4-BE49-F238E27FC236}">
                <a16:creationId xmlns:a16="http://schemas.microsoft.com/office/drawing/2014/main" id="{72FC4689-4713-38A1-5E65-FF10B4E6C522}"/>
              </a:ext>
            </a:extLst>
          </p:cNvPr>
          <p:cNvGrpSpPr/>
          <p:nvPr/>
        </p:nvGrpSpPr>
        <p:grpSpPr>
          <a:xfrm>
            <a:off x="2748" y="396002"/>
            <a:ext cx="5296616" cy="698853"/>
            <a:chOff x="543" y="396093"/>
            <a:chExt cx="4065167" cy="699015"/>
          </a:xfrm>
          <a:gradFill>
            <a:gsLst>
              <a:gs pos="90000">
                <a:srgbClr val="108692"/>
              </a:gs>
              <a:gs pos="30000">
                <a:srgbClr val="16B2C1"/>
              </a:gs>
            </a:gsLst>
            <a:lin ang="2700000" scaled="1"/>
          </a:gradFill>
        </p:grpSpPr>
        <p:sp>
          <p:nvSpPr>
            <p:cNvPr id="30" name="矩形 157">
              <a:extLst>
                <a:ext uri="{FF2B5EF4-FFF2-40B4-BE49-F238E27FC236}">
                  <a16:creationId xmlns:a16="http://schemas.microsoft.com/office/drawing/2014/main" id="{CBF1A2E9-4E3C-DB50-2C25-50A53D02FE2A}"/>
                </a:ext>
              </a:extLst>
            </p:cNvPr>
            <p:cNvSpPr/>
            <p:nvPr/>
          </p:nvSpPr>
          <p:spPr>
            <a:xfrm>
              <a:off x="543" y="473171"/>
              <a:ext cx="3557021" cy="544859"/>
            </a:xfrm>
            <a:custGeom>
              <a:avLst/>
              <a:gdLst/>
              <a:ahLst/>
              <a:cxnLst/>
              <a:rect l="l" t="t" r="r" b="b"/>
              <a:pathLst>
                <a:path w="3557021" h="544859">
                  <a:moveTo>
                    <a:pt x="856047" y="0"/>
                  </a:moveTo>
                  <a:lnTo>
                    <a:pt x="3557021" y="0"/>
                  </a:lnTo>
                  <a:lnTo>
                    <a:pt x="3557021" y="544859"/>
                  </a:lnTo>
                  <a:lnTo>
                    <a:pt x="868779" y="544859"/>
                  </a:lnTo>
                  <a:cubicBezTo>
                    <a:pt x="939787" y="477952"/>
                    <a:pt x="983711" y="382946"/>
                    <a:pt x="983711" y="277682"/>
                  </a:cubicBezTo>
                  <a:cubicBezTo>
                    <a:pt x="983711" y="166471"/>
                    <a:pt x="934684" y="66711"/>
                    <a:pt x="856047" y="0"/>
                  </a:cubicBezTo>
                  <a:close/>
                  <a:moveTo>
                    <a:pt x="0" y="0"/>
                  </a:moveTo>
                  <a:lnTo>
                    <a:pt x="370799" y="0"/>
                  </a:lnTo>
                  <a:cubicBezTo>
                    <a:pt x="292162" y="66711"/>
                    <a:pt x="243135" y="166471"/>
                    <a:pt x="243135" y="277682"/>
                  </a:cubicBezTo>
                  <a:cubicBezTo>
                    <a:pt x="243135" y="382946"/>
                    <a:pt x="287059" y="477952"/>
                    <a:pt x="358067" y="544859"/>
                  </a:cubicBezTo>
                  <a:lnTo>
                    <a:pt x="0" y="544859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等腰三角形 30">
              <a:extLst>
                <a:ext uri="{FF2B5EF4-FFF2-40B4-BE49-F238E27FC236}">
                  <a16:creationId xmlns:a16="http://schemas.microsoft.com/office/drawing/2014/main" id="{102AB257-FA43-503F-2517-53474AB2624E}"/>
                </a:ext>
              </a:extLst>
            </p:cNvPr>
            <p:cNvSpPr/>
            <p:nvPr/>
          </p:nvSpPr>
          <p:spPr>
            <a:xfrm rot="5400000">
              <a:off x="3460182" y="489581"/>
              <a:ext cx="699015" cy="512040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2" name="标题 1">
            <a:extLst>
              <a:ext uri="{FF2B5EF4-FFF2-40B4-BE49-F238E27FC236}">
                <a16:creationId xmlns:a16="http://schemas.microsoft.com/office/drawing/2014/main" id="{82877C13-B854-B490-F916-99199F2D0909}"/>
              </a:ext>
            </a:extLst>
          </p:cNvPr>
          <p:cNvSpPr txBox="1">
            <a:spLocks/>
          </p:cNvSpPr>
          <p:nvPr/>
        </p:nvSpPr>
        <p:spPr>
          <a:xfrm>
            <a:off x="899871" y="473062"/>
            <a:ext cx="3784822" cy="540049"/>
          </a:xfrm>
          <a:prstGeom prst="rect">
            <a:avLst/>
          </a:prstGeom>
        </p:spPr>
        <p:txBody>
          <a:bodyPr lIns="91416" tIns="45707" rIns="91416" bIns="45707">
            <a:normAutofit/>
          </a:bodyPr>
          <a:lstStyle>
            <a:lvl1pPr algn="ctr" defTabSz="914345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图像数量增强效果</a:t>
            </a:r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42FAAF23-3406-AB10-F6CE-C6F2F7032E97}"/>
              </a:ext>
            </a:extLst>
          </p:cNvPr>
          <p:cNvSpPr/>
          <p:nvPr/>
        </p:nvSpPr>
        <p:spPr>
          <a:xfrm>
            <a:off x="118530" y="380476"/>
            <a:ext cx="740405" cy="740405"/>
          </a:xfrm>
          <a:prstGeom prst="ellipse">
            <a:avLst/>
          </a:prstGeom>
          <a:gradFill flip="none" rotWithShape="1">
            <a:gsLst>
              <a:gs pos="90000">
                <a:srgbClr val="108692"/>
              </a:gs>
              <a:gs pos="30000">
                <a:srgbClr val="16B2C1"/>
              </a:gs>
            </a:gsLst>
            <a:lin ang="2700000" scaled="1"/>
            <a:tileRect/>
          </a:gradFill>
          <a:ln w="25400">
            <a:gradFill>
              <a:gsLst>
                <a:gs pos="0">
                  <a:srgbClr val="108692"/>
                </a:gs>
                <a:gs pos="100000">
                  <a:srgbClr val="16B2C1"/>
                </a:gs>
              </a:gsLst>
              <a:lin ang="5400000" scaled="0"/>
            </a:gradFill>
          </a:ln>
          <a:effectLst>
            <a:outerShdw blurRad="254000" dist="76200" dir="3540000" algn="tl" rotWithShape="0">
              <a:schemeClr val="tx1">
                <a:lumMod val="95000"/>
                <a:lumOff val="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0" tIns="45704" rIns="91410" bIns="45704" rtlCol="0" anchor="ctr"/>
          <a:lstStyle/>
          <a:p>
            <a:pPr algn="ctr"/>
            <a:endParaRPr lang="zh-CN" altLang="en-US">
              <a:gradFill flip="none" rotWithShape="1">
                <a:gsLst>
                  <a:gs pos="0">
                    <a:schemeClr val="lt1">
                      <a:shade val="30000"/>
                      <a:satMod val="115000"/>
                    </a:schemeClr>
                  </a:gs>
                  <a:gs pos="50000">
                    <a:schemeClr val="lt1">
                      <a:shade val="67500"/>
                      <a:satMod val="115000"/>
                    </a:schemeClr>
                  </a:gs>
                  <a:gs pos="100000">
                    <a:schemeClr val="lt1">
                      <a:shade val="100000"/>
                      <a:satMod val="115000"/>
                    </a:schemeClr>
                  </a:gs>
                </a:gsLst>
                <a:lin ang="2700000" scaled="1"/>
                <a:tileRect/>
              </a:gra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C2C0F8C-5808-A136-C174-6CAE28D123C0}"/>
              </a:ext>
            </a:extLst>
          </p:cNvPr>
          <p:cNvSpPr txBox="1"/>
          <p:nvPr/>
        </p:nvSpPr>
        <p:spPr>
          <a:xfrm>
            <a:off x="50154" y="422342"/>
            <a:ext cx="877155" cy="646171"/>
          </a:xfrm>
          <a:prstGeom prst="rect">
            <a:avLst/>
          </a:prstGeom>
          <a:noFill/>
        </p:spPr>
        <p:txBody>
          <a:bodyPr wrap="square" lIns="91410" tIns="45704" rIns="91410" bIns="45704" rtlCol="0">
            <a:spAutoFit/>
          </a:bodyPr>
          <a:lstStyle/>
          <a:p>
            <a:pPr algn="ctr"/>
            <a:r>
              <a:rPr lang="en-US" altLang="zh-CN" sz="3599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endParaRPr lang="zh-CN" altLang="en-US" sz="3599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AC35C47-9C7B-4B7C-F685-81F66A56EC0C}"/>
              </a:ext>
            </a:extLst>
          </p:cNvPr>
          <p:cNvSpPr txBox="1"/>
          <p:nvPr/>
        </p:nvSpPr>
        <p:spPr>
          <a:xfrm>
            <a:off x="2659631" y="5240626"/>
            <a:ext cx="66715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zh-CN" altLang="en-US" sz="14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原图</a:t>
            </a:r>
            <a:endParaRPr lang="zh-CN" altLang="zh-CN" sz="14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94A1307-7051-C883-1C22-6A0F9B3508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530" y="1883476"/>
            <a:ext cx="5499901" cy="3091048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43903A63-9C65-58C2-4BF8-C025E415CAC0}"/>
              </a:ext>
            </a:extLst>
          </p:cNvPr>
          <p:cNvSpPr txBox="1"/>
          <p:nvPr/>
        </p:nvSpPr>
        <p:spPr>
          <a:xfrm>
            <a:off x="7945361" y="5153547"/>
            <a:ext cx="10810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zh-CN" altLang="en-US" sz="14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旋转</a:t>
            </a:r>
            <a:endParaRPr lang="zh-CN" altLang="zh-CN" sz="14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E24E40E-94FD-85E4-A1DC-BFE3023539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7079" y="1883476"/>
            <a:ext cx="5499902" cy="3085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4642148"/>
      </p:ext>
    </p:extLst>
  </p:cSld>
  <p:clrMapOvr>
    <a:masterClrMapping/>
  </p:clrMapOvr>
  <p:transition spd="slow" advTm="1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" presetClass="emph" presetSubtype="0" autoRev="1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14" dur="150" fill="hold"/>
                                        <p:tgtEl>
                                          <p:spTgt spid="33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3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6" presetClass="emph" presetSubtype="0" autoRev="1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Scale>
                                      <p:cBhvr>
                                        <p:cTn id="21" dur="300" fill="hold"/>
                                        <p:tgtEl>
                                          <p:spTgt spid="34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85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 animBg="1"/>
      <p:bldP spid="33" grpId="1" animBg="1"/>
      <p:bldP spid="34" grpId="0"/>
      <p:bldP spid="34" grpId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8EE38A-F9F4-D4C5-AE31-232A87B54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组合 28">
            <a:extLst>
              <a:ext uri="{FF2B5EF4-FFF2-40B4-BE49-F238E27FC236}">
                <a16:creationId xmlns:a16="http://schemas.microsoft.com/office/drawing/2014/main" id="{F961F2C1-0014-B3B2-42B3-95CEBED9497B}"/>
              </a:ext>
            </a:extLst>
          </p:cNvPr>
          <p:cNvGrpSpPr/>
          <p:nvPr/>
        </p:nvGrpSpPr>
        <p:grpSpPr>
          <a:xfrm>
            <a:off x="2748" y="396002"/>
            <a:ext cx="5296616" cy="698853"/>
            <a:chOff x="543" y="396093"/>
            <a:chExt cx="4065167" cy="699015"/>
          </a:xfrm>
          <a:gradFill>
            <a:gsLst>
              <a:gs pos="90000">
                <a:srgbClr val="108692"/>
              </a:gs>
              <a:gs pos="30000">
                <a:srgbClr val="16B2C1"/>
              </a:gs>
            </a:gsLst>
            <a:lin ang="2700000" scaled="1"/>
          </a:gradFill>
        </p:grpSpPr>
        <p:sp>
          <p:nvSpPr>
            <p:cNvPr id="30" name="矩形 157">
              <a:extLst>
                <a:ext uri="{FF2B5EF4-FFF2-40B4-BE49-F238E27FC236}">
                  <a16:creationId xmlns:a16="http://schemas.microsoft.com/office/drawing/2014/main" id="{D37AF030-C7DB-06B1-67EC-9176E9A6701A}"/>
                </a:ext>
              </a:extLst>
            </p:cNvPr>
            <p:cNvSpPr/>
            <p:nvPr/>
          </p:nvSpPr>
          <p:spPr>
            <a:xfrm>
              <a:off x="543" y="473171"/>
              <a:ext cx="3557021" cy="544859"/>
            </a:xfrm>
            <a:custGeom>
              <a:avLst/>
              <a:gdLst/>
              <a:ahLst/>
              <a:cxnLst/>
              <a:rect l="l" t="t" r="r" b="b"/>
              <a:pathLst>
                <a:path w="3557021" h="544859">
                  <a:moveTo>
                    <a:pt x="856047" y="0"/>
                  </a:moveTo>
                  <a:lnTo>
                    <a:pt x="3557021" y="0"/>
                  </a:lnTo>
                  <a:lnTo>
                    <a:pt x="3557021" y="544859"/>
                  </a:lnTo>
                  <a:lnTo>
                    <a:pt x="868779" y="544859"/>
                  </a:lnTo>
                  <a:cubicBezTo>
                    <a:pt x="939787" y="477952"/>
                    <a:pt x="983711" y="382946"/>
                    <a:pt x="983711" y="277682"/>
                  </a:cubicBezTo>
                  <a:cubicBezTo>
                    <a:pt x="983711" y="166471"/>
                    <a:pt x="934684" y="66711"/>
                    <a:pt x="856047" y="0"/>
                  </a:cubicBezTo>
                  <a:close/>
                  <a:moveTo>
                    <a:pt x="0" y="0"/>
                  </a:moveTo>
                  <a:lnTo>
                    <a:pt x="370799" y="0"/>
                  </a:lnTo>
                  <a:cubicBezTo>
                    <a:pt x="292162" y="66711"/>
                    <a:pt x="243135" y="166471"/>
                    <a:pt x="243135" y="277682"/>
                  </a:cubicBezTo>
                  <a:cubicBezTo>
                    <a:pt x="243135" y="382946"/>
                    <a:pt x="287059" y="477952"/>
                    <a:pt x="358067" y="544859"/>
                  </a:cubicBezTo>
                  <a:lnTo>
                    <a:pt x="0" y="544859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等腰三角形 30">
              <a:extLst>
                <a:ext uri="{FF2B5EF4-FFF2-40B4-BE49-F238E27FC236}">
                  <a16:creationId xmlns:a16="http://schemas.microsoft.com/office/drawing/2014/main" id="{9B336EE7-3D83-3EA6-A7E7-8B5FB2FBDE4E}"/>
                </a:ext>
              </a:extLst>
            </p:cNvPr>
            <p:cNvSpPr/>
            <p:nvPr/>
          </p:nvSpPr>
          <p:spPr>
            <a:xfrm rot="5400000">
              <a:off x="3460182" y="489581"/>
              <a:ext cx="699015" cy="512040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2" name="标题 1">
            <a:extLst>
              <a:ext uri="{FF2B5EF4-FFF2-40B4-BE49-F238E27FC236}">
                <a16:creationId xmlns:a16="http://schemas.microsoft.com/office/drawing/2014/main" id="{085B1EDE-DB80-76B1-988B-F3008C23A679}"/>
              </a:ext>
            </a:extLst>
          </p:cNvPr>
          <p:cNvSpPr txBox="1">
            <a:spLocks/>
          </p:cNvSpPr>
          <p:nvPr/>
        </p:nvSpPr>
        <p:spPr>
          <a:xfrm>
            <a:off x="899871" y="473062"/>
            <a:ext cx="3784822" cy="540049"/>
          </a:xfrm>
          <a:prstGeom prst="rect">
            <a:avLst/>
          </a:prstGeom>
        </p:spPr>
        <p:txBody>
          <a:bodyPr lIns="91416" tIns="45707" rIns="91416" bIns="45707">
            <a:normAutofit/>
          </a:bodyPr>
          <a:lstStyle>
            <a:lvl1pPr algn="ctr" defTabSz="914345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图像数量增强效果</a:t>
            </a:r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EB6A40C9-321A-3311-EBA8-73592F38CA15}"/>
              </a:ext>
            </a:extLst>
          </p:cNvPr>
          <p:cNvSpPr/>
          <p:nvPr/>
        </p:nvSpPr>
        <p:spPr>
          <a:xfrm>
            <a:off x="118530" y="380476"/>
            <a:ext cx="740405" cy="740405"/>
          </a:xfrm>
          <a:prstGeom prst="ellipse">
            <a:avLst/>
          </a:prstGeom>
          <a:gradFill flip="none" rotWithShape="1">
            <a:gsLst>
              <a:gs pos="90000">
                <a:srgbClr val="108692"/>
              </a:gs>
              <a:gs pos="30000">
                <a:srgbClr val="16B2C1"/>
              </a:gs>
            </a:gsLst>
            <a:lin ang="2700000" scaled="1"/>
            <a:tileRect/>
          </a:gradFill>
          <a:ln w="25400">
            <a:gradFill>
              <a:gsLst>
                <a:gs pos="0">
                  <a:srgbClr val="108692"/>
                </a:gs>
                <a:gs pos="100000">
                  <a:srgbClr val="16B2C1"/>
                </a:gs>
              </a:gsLst>
              <a:lin ang="5400000" scaled="0"/>
            </a:gradFill>
          </a:ln>
          <a:effectLst>
            <a:outerShdw blurRad="254000" dist="76200" dir="3540000" algn="tl" rotWithShape="0">
              <a:schemeClr val="tx1">
                <a:lumMod val="95000"/>
                <a:lumOff val="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0" tIns="45704" rIns="91410" bIns="45704" rtlCol="0" anchor="ctr"/>
          <a:lstStyle/>
          <a:p>
            <a:pPr algn="ctr"/>
            <a:endParaRPr lang="zh-CN" altLang="en-US">
              <a:gradFill flip="none" rotWithShape="1">
                <a:gsLst>
                  <a:gs pos="0">
                    <a:schemeClr val="lt1">
                      <a:shade val="30000"/>
                      <a:satMod val="115000"/>
                    </a:schemeClr>
                  </a:gs>
                  <a:gs pos="50000">
                    <a:schemeClr val="lt1">
                      <a:shade val="67500"/>
                      <a:satMod val="115000"/>
                    </a:schemeClr>
                  </a:gs>
                  <a:gs pos="100000">
                    <a:schemeClr val="lt1">
                      <a:shade val="100000"/>
                      <a:satMod val="115000"/>
                    </a:schemeClr>
                  </a:gs>
                </a:gsLst>
                <a:lin ang="2700000" scaled="1"/>
                <a:tileRect/>
              </a:gra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F8C7101-8E98-DC8E-EB40-A49F4634F941}"/>
              </a:ext>
            </a:extLst>
          </p:cNvPr>
          <p:cNvSpPr txBox="1"/>
          <p:nvPr/>
        </p:nvSpPr>
        <p:spPr>
          <a:xfrm>
            <a:off x="50154" y="422342"/>
            <a:ext cx="877155" cy="646171"/>
          </a:xfrm>
          <a:prstGeom prst="rect">
            <a:avLst/>
          </a:prstGeom>
          <a:noFill/>
        </p:spPr>
        <p:txBody>
          <a:bodyPr wrap="square" lIns="91410" tIns="45704" rIns="91410" bIns="45704" rtlCol="0">
            <a:spAutoFit/>
          </a:bodyPr>
          <a:lstStyle/>
          <a:p>
            <a:pPr algn="ctr"/>
            <a:r>
              <a:rPr lang="en-US" altLang="zh-CN" sz="3599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endParaRPr lang="zh-CN" altLang="en-US" sz="3599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154E495-DDDC-7C1D-1B19-7F9D6FA25F8B}"/>
              </a:ext>
            </a:extLst>
          </p:cNvPr>
          <p:cNvSpPr txBox="1"/>
          <p:nvPr/>
        </p:nvSpPr>
        <p:spPr>
          <a:xfrm>
            <a:off x="2659631" y="5240626"/>
            <a:ext cx="66715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zh-CN" altLang="en-US" sz="14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原图</a:t>
            </a:r>
            <a:endParaRPr lang="zh-CN" altLang="zh-CN" sz="14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4E0A292-FC13-DF89-CB11-746AC4EA2E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530" y="1883476"/>
            <a:ext cx="5499901" cy="3091048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F373C54E-3F9B-0BDB-4611-4CFDAEB12F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8963" y="1844120"/>
            <a:ext cx="5680364" cy="3169759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8CFCF489-5924-0FE5-2D9E-20AE8D19AFD7}"/>
              </a:ext>
            </a:extLst>
          </p:cNvPr>
          <p:cNvSpPr txBox="1"/>
          <p:nvPr/>
        </p:nvSpPr>
        <p:spPr>
          <a:xfrm>
            <a:off x="7945361" y="5153547"/>
            <a:ext cx="10810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zh-CN" altLang="en-US" sz="14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中心裁剪</a:t>
            </a:r>
            <a:endParaRPr lang="zh-CN" altLang="zh-CN" sz="14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4122610"/>
      </p:ext>
    </p:extLst>
  </p:cSld>
  <p:clrMapOvr>
    <a:masterClrMapping/>
  </p:clrMapOvr>
  <p:transition spd="slow" advTm="1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" presetClass="emph" presetSubtype="0" autoRev="1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14" dur="150" fill="hold"/>
                                        <p:tgtEl>
                                          <p:spTgt spid="33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3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6" presetClass="emph" presetSubtype="0" autoRev="1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Scale>
                                      <p:cBhvr>
                                        <p:cTn id="21" dur="300" fill="hold"/>
                                        <p:tgtEl>
                                          <p:spTgt spid="34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85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 animBg="1"/>
      <p:bldP spid="33" grpId="1" animBg="1"/>
      <p:bldP spid="34" grpId="0"/>
      <p:bldP spid="34" grpId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5629208" y="2370651"/>
            <a:ext cx="6496309" cy="1779350"/>
          </a:xfrm>
          <a:custGeom>
            <a:avLst/>
            <a:gdLst/>
            <a:ahLst/>
            <a:cxnLst/>
            <a:rect l="l" t="t" r="r" b="b"/>
            <a:pathLst>
              <a:path w="6497813" h="1223716">
                <a:moveTo>
                  <a:pt x="0" y="0"/>
                </a:moveTo>
                <a:lnTo>
                  <a:pt x="6497813" y="0"/>
                </a:lnTo>
                <a:lnTo>
                  <a:pt x="6497813" y="1223716"/>
                </a:lnTo>
                <a:lnTo>
                  <a:pt x="124270" y="1223716"/>
                </a:lnTo>
                <a:cubicBezTo>
                  <a:pt x="210685" y="1069007"/>
                  <a:pt x="259682" y="890681"/>
                  <a:pt x="259682" y="700911"/>
                </a:cubicBezTo>
                <a:cubicBezTo>
                  <a:pt x="259682" y="433116"/>
                  <a:pt x="162111" y="188110"/>
                  <a:pt x="0" y="0"/>
                </a:cubicBezTo>
                <a:close/>
              </a:path>
            </a:pathLst>
          </a:custGeom>
          <a:gradFill>
            <a:gsLst>
              <a:gs pos="0">
                <a:srgbClr val="108692"/>
              </a:gs>
              <a:gs pos="100000">
                <a:srgbClr val="16B2C1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椭圆 8"/>
          <p:cNvSpPr/>
          <p:nvPr/>
        </p:nvSpPr>
        <p:spPr>
          <a:xfrm>
            <a:off x="3632519" y="2181725"/>
            <a:ext cx="2157203" cy="2157203"/>
          </a:xfrm>
          <a:prstGeom prst="ellipse">
            <a:avLst/>
          </a:prstGeom>
          <a:gradFill flip="none" rotWithShape="1">
            <a:gsLst>
              <a:gs pos="90000">
                <a:srgbClr val="108692"/>
              </a:gs>
              <a:gs pos="30000">
                <a:srgbClr val="16B2C1"/>
              </a:gs>
            </a:gsLst>
            <a:lin ang="2700000" scaled="1"/>
            <a:tileRect/>
          </a:gradFill>
          <a:ln w="25400">
            <a:gradFill>
              <a:gsLst>
                <a:gs pos="0">
                  <a:srgbClr val="108692"/>
                </a:gs>
                <a:gs pos="100000">
                  <a:srgbClr val="16B2C1"/>
                </a:gs>
              </a:gsLst>
              <a:lin ang="5400000" scaled="0"/>
            </a:gradFill>
          </a:ln>
          <a:effectLst>
            <a:outerShdw blurRad="254000" dist="127000" dir="3540000" algn="tl" rotWithShape="0">
              <a:schemeClr val="tx1">
                <a:lumMod val="95000"/>
                <a:lumOff val="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0" tIns="45704" rIns="91410" bIns="45704" rtlCol="0" anchor="ctr"/>
          <a:lstStyle/>
          <a:p>
            <a:pPr algn="ctr"/>
            <a:endParaRPr lang="zh-CN" altLang="en-US">
              <a:gradFill flip="none" rotWithShape="1">
                <a:gsLst>
                  <a:gs pos="0">
                    <a:schemeClr val="lt1">
                      <a:shade val="30000"/>
                      <a:satMod val="115000"/>
                    </a:schemeClr>
                  </a:gs>
                  <a:gs pos="50000">
                    <a:schemeClr val="lt1">
                      <a:shade val="67500"/>
                      <a:satMod val="115000"/>
                    </a:schemeClr>
                  </a:gs>
                  <a:gs pos="100000">
                    <a:schemeClr val="lt1">
                      <a:shade val="100000"/>
                      <a:satMod val="115000"/>
                    </a:schemeClr>
                  </a:gs>
                </a:gsLst>
                <a:lin ang="2700000" scaled="1"/>
                <a:tileRect/>
              </a:gra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6096000" y="2844905"/>
            <a:ext cx="6247748" cy="830842"/>
          </a:xfrm>
          <a:prstGeom prst="rect">
            <a:avLst/>
          </a:prstGeom>
        </p:spPr>
        <p:txBody>
          <a:bodyPr wrap="square" lIns="91416" tIns="45707" rIns="91416" bIns="45707">
            <a:spAutoFit/>
          </a:bodyPr>
          <a:lstStyle/>
          <a:p>
            <a:r>
              <a:rPr lang="zh-CN" altLang="en-US" sz="4799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图像输入统一处理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49768" y="2525639"/>
            <a:ext cx="2157203" cy="1323123"/>
          </a:xfrm>
          <a:prstGeom prst="rect">
            <a:avLst/>
          </a:prstGeom>
          <a:noFill/>
        </p:spPr>
        <p:txBody>
          <a:bodyPr wrap="square" lIns="91410" tIns="45704" rIns="91410" bIns="45704" rtlCol="0">
            <a:spAutoFit/>
          </a:bodyPr>
          <a:lstStyle/>
          <a:p>
            <a:pPr algn="ctr"/>
            <a:r>
              <a:rPr lang="en-US" altLang="zh-CN" sz="7998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D</a:t>
            </a:r>
            <a:endParaRPr lang="zh-CN" altLang="en-US" sz="7998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29817076"/>
      </p:ext>
    </p:extLst>
  </p:cSld>
  <p:clrMapOvr>
    <a:masterClrMapping/>
  </p:clrMapOvr>
  <p:transition spd="slow" advTm="1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autoRev="1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11" dur="150" fill="hold"/>
                                        <p:tgtEl>
                                          <p:spTgt spid="9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" presetClass="emph" presetSubtype="0" autoRev="1" fill="hold" grpId="1" nodeType="withEffect">
                                  <p:stCondLst>
                                    <p:cond delay="800"/>
                                  </p:stCondLst>
                                  <p:childTnLst>
                                    <p:animScale>
                                      <p:cBhvr>
                                        <p:cTn id="18" dur="300" fill="hold"/>
                                        <p:tgtEl>
                                          <p:spTgt spid="13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4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900"/>
                            </p:stCondLst>
                            <p:childTnLst>
                              <p:par>
                                <p:cTn id="24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9" grpId="0" animBg="1"/>
      <p:bldP spid="9" grpId="1" animBg="1"/>
      <p:bldP spid="11" grpId="0"/>
      <p:bldP spid="13" grpId="0"/>
      <p:bldP spid="13" grpId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457929-4C86-7817-5A61-013B85643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组合 28">
            <a:extLst>
              <a:ext uri="{FF2B5EF4-FFF2-40B4-BE49-F238E27FC236}">
                <a16:creationId xmlns:a16="http://schemas.microsoft.com/office/drawing/2014/main" id="{D6ACE8F7-8F04-7423-5048-6CD7E7C53595}"/>
              </a:ext>
            </a:extLst>
          </p:cNvPr>
          <p:cNvGrpSpPr/>
          <p:nvPr/>
        </p:nvGrpSpPr>
        <p:grpSpPr>
          <a:xfrm>
            <a:off x="2748" y="396002"/>
            <a:ext cx="4064226" cy="698853"/>
            <a:chOff x="543" y="396093"/>
            <a:chExt cx="4065167" cy="699015"/>
          </a:xfrm>
          <a:gradFill>
            <a:gsLst>
              <a:gs pos="90000">
                <a:srgbClr val="108692"/>
              </a:gs>
              <a:gs pos="30000">
                <a:srgbClr val="16B2C1"/>
              </a:gs>
            </a:gsLst>
            <a:lin ang="2700000" scaled="1"/>
          </a:gradFill>
        </p:grpSpPr>
        <p:sp>
          <p:nvSpPr>
            <p:cNvPr id="30" name="矩形 157">
              <a:extLst>
                <a:ext uri="{FF2B5EF4-FFF2-40B4-BE49-F238E27FC236}">
                  <a16:creationId xmlns:a16="http://schemas.microsoft.com/office/drawing/2014/main" id="{CC3B1727-48C8-5AD9-B94E-7AF1CAEE2331}"/>
                </a:ext>
              </a:extLst>
            </p:cNvPr>
            <p:cNvSpPr/>
            <p:nvPr/>
          </p:nvSpPr>
          <p:spPr>
            <a:xfrm>
              <a:off x="543" y="473171"/>
              <a:ext cx="3557021" cy="544859"/>
            </a:xfrm>
            <a:custGeom>
              <a:avLst/>
              <a:gdLst/>
              <a:ahLst/>
              <a:cxnLst/>
              <a:rect l="l" t="t" r="r" b="b"/>
              <a:pathLst>
                <a:path w="3557021" h="544859">
                  <a:moveTo>
                    <a:pt x="856047" y="0"/>
                  </a:moveTo>
                  <a:lnTo>
                    <a:pt x="3557021" y="0"/>
                  </a:lnTo>
                  <a:lnTo>
                    <a:pt x="3557021" y="544859"/>
                  </a:lnTo>
                  <a:lnTo>
                    <a:pt x="868779" y="544859"/>
                  </a:lnTo>
                  <a:cubicBezTo>
                    <a:pt x="939787" y="477952"/>
                    <a:pt x="983711" y="382946"/>
                    <a:pt x="983711" y="277682"/>
                  </a:cubicBezTo>
                  <a:cubicBezTo>
                    <a:pt x="983711" y="166471"/>
                    <a:pt x="934684" y="66711"/>
                    <a:pt x="856047" y="0"/>
                  </a:cubicBezTo>
                  <a:close/>
                  <a:moveTo>
                    <a:pt x="0" y="0"/>
                  </a:moveTo>
                  <a:lnTo>
                    <a:pt x="370799" y="0"/>
                  </a:lnTo>
                  <a:cubicBezTo>
                    <a:pt x="292162" y="66711"/>
                    <a:pt x="243135" y="166471"/>
                    <a:pt x="243135" y="277682"/>
                  </a:cubicBezTo>
                  <a:cubicBezTo>
                    <a:pt x="243135" y="382946"/>
                    <a:pt x="287059" y="477952"/>
                    <a:pt x="358067" y="544859"/>
                  </a:cubicBezTo>
                  <a:lnTo>
                    <a:pt x="0" y="544859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等腰三角形 30">
              <a:extLst>
                <a:ext uri="{FF2B5EF4-FFF2-40B4-BE49-F238E27FC236}">
                  <a16:creationId xmlns:a16="http://schemas.microsoft.com/office/drawing/2014/main" id="{CD2468DB-AEC7-1B22-FF7A-4014B4863ACC}"/>
                </a:ext>
              </a:extLst>
            </p:cNvPr>
            <p:cNvSpPr/>
            <p:nvPr/>
          </p:nvSpPr>
          <p:spPr>
            <a:xfrm rot="5400000">
              <a:off x="3460182" y="489581"/>
              <a:ext cx="699015" cy="512040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2" name="标题 1">
            <a:extLst>
              <a:ext uri="{FF2B5EF4-FFF2-40B4-BE49-F238E27FC236}">
                <a16:creationId xmlns:a16="http://schemas.microsoft.com/office/drawing/2014/main" id="{36A195E5-CB74-DAA7-E22E-99E735DE7937}"/>
              </a:ext>
            </a:extLst>
          </p:cNvPr>
          <p:cNvSpPr txBox="1">
            <a:spLocks/>
          </p:cNvSpPr>
          <p:nvPr/>
        </p:nvSpPr>
        <p:spPr>
          <a:xfrm>
            <a:off x="1140469" y="477745"/>
            <a:ext cx="2580804" cy="540049"/>
          </a:xfrm>
          <a:prstGeom prst="rect">
            <a:avLst/>
          </a:prstGeom>
        </p:spPr>
        <p:txBody>
          <a:bodyPr lIns="91416" tIns="45707" rIns="91416" bIns="45707">
            <a:normAutofit/>
          </a:bodyPr>
          <a:lstStyle>
            <a:lvl1pPr algn="ctr" defTabSz="914345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defTabSz="914217">
              <a:spcBef>
                <a:spcPts val="0"/>
              </a:spcBef>
            </a:pPr>
            <a:r>
              <a:rPr lang="zh-CN" altLang="en-US" sz="25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+mn-cs"/>
              </a:rPr>
              <a:t>统一处理</a:t>
            </a:r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143A2C2C-248B-1338-C9BB-9E8654DEF9EA}"/>
              </a:ext>
            </a:extLst>
          </p:cNvPr>
          <p:cNvSpPr/>
          <p:nvPr/>
        </p:nvSpPr>
        <p:spPr>
          <a:xfrm>
            <a:off x="118530" y="380476"/>
            <a:ext cx="740405" cy="740405"/>
          </a:xfrm>
          <a:prstGeom prst="ellipse">
            <a:avLst/>
          </a:prstGeom>
          <a:gradFill flip="none" rotWithShape="1">
            <a:gsLst>
              <a:gs pos="90000">
                <a:srgbClr val="108692"/>
              </a:gs>
              <a:gs pos="30000">
                <a:srgbClr val="16B2C1"/>
              </a:gs>
            </a:gsLst>
            <a:lin ang="2700000" scaled="1"/>
            <a:tileRect/>
          </a:gradFill>
          <a:ln w="25400">
            <a:gradFill>
              <a:gsLst>
                <a:gs pos="0">
                  <a:srgbClr val="108692"/>
                </a:gs>
                <a:gs pos="100000">
                  <a:srgbClr val="16B2C1"/>
                </a:gs>
              </a:gsLst>
              <a:lin ang="5400000" scaled="0"/>
            </a:gradFill>
          </a:ln>
          <a:effectLst>
            <a:outerShdw blurRad="254000" dist="76200" dir="3540000" algn="tl" rotWithShape="0">
              <a:schemeClr val="tx1">
                <a:lumMod val="95000"/>
                <a:lumOff val="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0" tIns="45704" rIns="91410" bIns="45704" rtlCol="0" anchor="ctr"/>
          <a:lstStyle/>
          <a:p>
            <a:pPr algn="ctr"/>
            <a:endParaRPr lang="zh-CN" altLang="en-US" dirty="0">
              <a:gradFill flip="none" rotWithShape="1">
                <a:gsLst>
                  <a:gs pos="0">
                    <a:schemeClr val="lt1">
                      <a:shade val="30000"/>
                      <a:satMod val="115000"/>
                    </a:schemeClr>
                  </a:gs>
                  <a:gs pos="50000">
                    <a:schemeClr val="lt1">
                      <a:shade val="67500"/>
                      <a:satMod val="115000"/>
                    </a:schemeClr>
                  </a:gs>
                  <a:gs pos="100000">
                    <a:schemeClr val="lt1">
                      <a:shade val="100000"/>
                      <a:satMod val="115000"/>
                    </a:schemeClr>
                  </a:gs>
                </a:gsLst>
                <a:lin ang="2700000" scaled="1"/>
                <a:tileRect/>
              </a:gradFill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01F219F-C6C7-6FEF-6C75-28C506A1C39B}"/>
              </a:ext>
            </a:extLst>
          </p:cNvPr>
          <p:cNvSpPr txBox="1"/>
          <p:nvPr/>
        </p:nvSpPr>
        <p:spPr>
          <a:xfrm>
            <a:off x="1628232" y="1593892"/>
            <a:ext cx="8534077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为了便于把图像输入进模型中，我们需要做下面两步操作：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1.</a:t>
            </a:r>
            <a:r>
              <a:rPr lang="zh-CN" altLang="en-US" dirty="0"/>
              <a:t>统一图像大小。</a:t>
            </a:r>
            <a:endParaRPr lang="en-US" altLang="zh-CN" dirty="0"/>
          </a:p>
          <a:p>
            <a:r>
              <a:rPr lang="zh-CN" altLang="en-US" dirty="0"/>
              <a:t>为了达成这个目标我们将使用</a:t>
            </a:r>
            <a:r>
              <a:rPr lang="en-US" altLang="zh-CN" dirty="0"/>
              <a:t>resize</a:t>
            </a:r>
            <a:r>
              <a:rPr lang="zh-CN" altLang="en-US" dirty="0"/>
              <a:t>对图像空间进行重新采样，这一步已经由</a:t>
            </a:r>
            <a:r>
              <a:rPr lang="en-US" altLang="zh-CN" dirty="0"/>
              <a:t>OpenCV</a:t>
            </a:r>
            <a:r>
              <a:rPr lang="zh-CN" altLang="en-US" dirty="0"/>
              <a:t>或者</a:t>
            </a:r>
            <a:r>
              <a:rPr lang="en-US" altLang="zh-CN" dirty="0" err="1"/>
              <a:t>PyTorch</a:t>
            </a:r>
            <a:r>
              <a:rPr lang="zh-CN" altLang="en-US" dirty="0"/>
              <a:t>封装完整了，直接调用对应库即可。经过这一步，就可以保证模型每一层（或者每一步计算）学习的特征数是一致的。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2.</a:t>
            </a:r>
            <a:r>
              <a:rPr lang="zh-CN" altLang="en-US" dirty="0"/>
              <a:t>像素值归一化。</a:t>
            </a:r>
            <a:endParaRPr lang="en-US" altLang="zh-CN" dirty="0"/>
          </a:p>
          <a:p>
            <a:r>
              <a:rPr lang="zh-CN" altLang="en-US" dirty="0"/>
              <a:t>这一步要求我们对所有图像的</a:t>
            </a:r>
            <a:r>
              <a:rPr lang="en-US" altLang="zh-CN" dirty="0"/>
              <a:t>RGB</a:t>
            </a:r>
            <a:r>
              <a:rPr lang="zh-CN" altLang="en-US" dirty="0"/>
              <a:t>三个通道分别进行标准正态化操作，就是计算所有图像</a:t>
            </a:r>
            <a:r>
              <a:rPr lang="en-US" altLang="zh-CN" dirty="0"/>
              <a:t>RGB</a:t>
            </a:r>
            <a:r>
              <a:rPr lang="zh-CN" altLang="en-US" dirty="0"/>
              <a:t>三通道的三个均值、标准差，然后像素点值减去均值除以方差，就是压缩后的结果，这样让数值压缩到</a:t>
            </a:r>
            <a:r>
              <a:rPr lang="en-US" altLang="zh-CN" dirty="0"/>
              <a:t>0</a:t>
            </a:r>
            <a:r>
              <a:rPr lang="zh-CN" altLang="en-US" dirty="0"/>
              <a:t>附近，便于模型的学习，让模型训练更少的轮次就能够快速收敛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最后处理完的结果保存到</a:t>
            </a:r>
            <a:r>
              <a:rPr lang="en-US" altLang="zh-CN" dirty="0" err="1"/>
              <a:t>Numpy</a:t>
            </a:r>
            <a:r>
              <a:rPr lang="zh-CN" altLang="en-US" dirty="0"/>
              <a:t>的</a:t>
            </a:r>
            <a:r>
              <a:rPr lang="en-US" altLang="zh-CN" dirty="0" err="1"/>
              <a:t>ndarray</a:t>
            </a:r>
            <a:r>
              <a:rPr lang="zh-CN" altLang="en-US" dirty="0"/>
              <a:t>对象中，便于后续机器学习模型的输入。</a:t>
            </a:r>
            <a:endParaRPr lang="en-US" altLang="zh-CN" dirty="0"/>
          </a:p>
          <a:p>
            <a:r>
              <a:rPr lang="zh-CN" altLang="en-US" dirty="0"/>
              <a:t>或者也可以保存到</a:t>
            </a:r>
            <a:r>
              <a:rPr lang="en-US" altLang="zh-CN" dirty="0" err="1"/>
              <a:t>PyTorch</a:t>
            </a:r>
            <a:r>
              <a:rPr lang="zh-CN" altLang="en-US" dirty="0"/>
              <a:t>的</a:t>
            </a:r>
            <a:r>
              <a:rPr lang="en-US" altLang="zh-CN" dirty="0"/>
              <a:t>tensor</a:t>
            </a:r>
            <a:r>
              <a:rPr lang="zh-CN" altLang="en-US" dirty="0"/>
              <a:t>对象中，便于后续深度学习模型的输入。</a:t>
            </a:r>
          </a:p>
        </p:txBody>
      </p:sp>
      <p:sp>
        <p:nvSpPr>
          <p:cNvPr id="3" name="TextBox 33">
            <a:extLst>
              <a:ext uri="{FF2B5EF4-FFF2-40B4-BE49-F238E27FC236}">
                <a16:creationId xmlns:a16="http://schemas.microsoft.com/office/drawing/2014/main" id="{4DE28DCF-D48B-6C15-1616-63B0C7AADB37}"/>
              </a:ext>
            </a:extLst>
          </p:cNvPr>
          <p:cNvSpPr txBox="1"/>
          <p:nvPr/>
        </p:nvSpPr>
        <p:spPr>
          <a:xfrm>
            <a:off x="74359" y="420385"/>
            <a:ext cx="877155" cy="646171"/>
          </a:xfrm>
          <a:prstGeom prst="rect">
            <a:avLst/>
          </a:prstGeom>
          <a:noFill/>
        </p:spPr>
        <p:txBody>
          <a:bodyPr wrap="square" lIns="91410" tIns="45704" rIns="91410" bIns="45704" rtlCol="0">
            <a:spAutoFit/>
          </a:bodyPr>
          <a:lstStyle/>
          <a:p>
            <a:pPr algn="ctr"/>
            <a:r>
              <a:rPr lang="en-US" altLang="zh-CN" sz="3599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endParaRPr lang="zh-CN" altLang="en-US" sz="3599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52919790"/>
      </p:ext>
    </p:extLst>
  </p:cSld>
  <p:clrMapOvr>
    <a:masterClrMapping/>
  </p:clrMapOvr>
  <p:transition spd="slow" advTm="1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" presetClass="emph" presetSubtype="0" autoRev="1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14" dur="150" fill="hold"/>
                                        <p:tgtEl>
                                          <p:spTgt spid="33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6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3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3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6" presetClass="emph" presetSubtype="0" autoRev="1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Scale>
                                      <p:cBhvr>
                                        <p:cTn id="25" dur="300" fill="hold"/>
                                        <p:tgtEl>
                                          <p:spTgt spid="3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 animBg="1"/>
      <p:bldP spid="33" grpId="1" animBg="1"/>
      <p:bldP spid="3" grpId="0"/>
      <p:bldP spid="3" grpId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椭圆 38"/>
          <p:cNvSpPr/>
          <p:nvPr/>
        </p:nvSpPr>
        <p:spPr>
          <a:xfrm>
            <a:off x="-1950644" y="5580938"/>
            <a:ext cx="4108851" cy="4108851"/>
          </a:xfrm>
          <a:prstGeom prst="ellipse">
            <a:avLst/>
          </a:prstGeom>
          <a:noFill/>
          <a:ln w="9525">
            <a:gradFill>
              <a:gsLst>
                <a:gs pos="100000">
                  <a:srgbClr val="138F81"/>
                </a:gs>
                <a:gs pos="0">
                  <a:srgbClr val="19BAA9"/>
                </a:gs>
              </a:gsLst>
              <a:lin ang="2700000" scaled="0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0" tIns="45704" rIns="91410" bIns="45704" rtlCol="0" anchor="ctr"/>
          <a:lstStyle/>
          <a:p>
            <a:pPr algn="ctr"/>
            <a:endParaRPr lang="zh-CN" altLang="en-US">
              <a:gradFill flip="none" rotWithShape="1">
                <a:gsLst>
                  <a:gs pos="0">
                    <a:schemeClr val="lt1">
                      <a:shade val="30000"/>
                      <a:satMod val="115000"/>
                    </a:schemeClr>
                  </a:gs>
                  <a:gs pos="50000">
                    <a:schemeClr val="lt1">
                      <a:shade val="67500"/>
                      <a:satMod val="115000"/>
                    </a:schemeClr>
                  </a:gs>
                  <a:gs pos="100000">
                    <a:schemeClr val="lt1">
                      <a:shade val="100000"/>
                      <a:satMod val="115000"/>
                    </a:schemeClr>
                  </a:gs>
                </a:gsLst>
                <a:lin ang="2700000" scaled="1"/>
                <a:tileRect/>
              </a:gradFill>
            </a:endParaRPr>
          </a:p>
        </p:txBody>
      </p:sp>
      <p:sp>
        <p:nvSpPr>
          <p:cNvPr id="40" name="椭圆 39"/>
          <p:cNvSpPr/>
          <p:nvPr/>
        </p:nvSpPr>
        <p:spPr>
          <a:xfrm>
            <a:off x="2844915" y="6356948"/>
            <a:ext cx="3335777" cy="3335777"/>
          </a:xfrm>
          <a:prstGeom prst="ellipse">
            <a:avLst/>
          </a:prstGeom>
          <a:noFill/>
          <a:ln w="9525">
            <a:gradFill>
              <a:gsLst>
                <a:gs pos="100000">
                  <a:srgbClr val="E33F24"/>
                </a:gs>
                <a:gs pos="0">
                  <a:srgbClr val="F26434"/>
                </a:gs>
              </a:gsLst>
              <a:lin ang="2700000" scaled="0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0" tIns="45704" rIns="91410" bIns="45704" rtlCol="0" anchor="ctr"/>
          <a:lstStyle/>
          <a:p>
            <a:pPr algn="ctr"/>
            <a:endParaRPr lang="zh-CN" altLang="en-US">
              <a:gradFill flip="none" rotWithShape="1">
                <a:gsLst>
                  <a:gs pos="0">
                    <a:schemeClr val="lt1">
                      <a:shade val="30000"/>
                      <a:satMod val="115000"/>
                    </a:schemeClr>
                  </a:gs>
                  <a:gs pos="50000">
                    <a:schemeClr val="lt1">
                      <a:shade val="67500"/>
                      <a:satMod val="115000"/>
                    </a:schemeClr>
                  </a:gs>
                  <a:gs pos="100000">
                    <a:schemeClr val="lt1">
                      <a:shade val="100000"/>
                      <a:satMod val="115000"/>
                    </a:schemeClr>
                  </a:gs>
                </a:gsLst>
                <a:lin ang="2700000" scaled="1"/>
                <a:tileRect/>
              </a:gradFill>
            </a:endParaRPr>
          </a:p>
        </p:txBody>
      </p:sp>
      <p:sp>
        <p:nvSpPr>
          <p:cNvPr id="41" name="椭圆 40"/>
          <p:cNvSpPr/>
          <p:nvPr/>
        </p:nvSpPr>
        <p:spPr>
          <a:xfrm>
            <a:off x="1537892" y="6217636"/>
            <a:ext cx="1900876" cy="1900876"/>
          </a:xfrm>
          <a:prstGeom prst="ellipse">
            <a:avLst/>
          </a:prstGeom>
          <a:noFill/>
          <a:ln w="9525">
            <a:gradFill>
              <a:gsLst>
                <a:gs pos="100000">
                  <a:srgbClr val="108692"/>
                </a:gs>
                <a:gs pos="0">
                  <a:srgbClr val="16B2C1"/>
                </a:gs>
              </a:gsLst>
              <a:lin ang="2700000" scaled="0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0" tIns="45704" rIns="91410" bIns="45704" rtlCol="0" anchor="ctr"/>
          <a:lstStyle/>
          <a:p>
            <a:pPr algn="ctr"/>
            <a:endParaRPr lang="zh-CN" altLang="en-US">
              <a:gradFill flip="none" rotWithShape="1">
                <a:gsLst>
                  <a:gs pos="0">
                    <a:schemeClr val="lt1">
                      <a:shade val="30000"/>
                      <a:satMod val="115000"/>
                    </a:schemeClr>
                  </a:gs>
                  <a:gs pos="50000">
                    <a:schemeClr val="lt1">
                      <a:shade val="67500"/>
                      <a:satMod val="115000"/>
                    </a:schemeClr>
                  </a:gs>
                  <a:gs pos="100000">
                    <a:schemeClr val="lt1">
                      <a:shade val="100000"/>
                      <a:satMod val="115000"/>
                    </a:schemeClr>
                  </a:gs>
                </a:gsLst>
                <a:lin ang="2700000" scaled="1"/>
                <a:tileRect/>
              </a:gradFill>
            </a:endParaRPr>
          </a:p>
        </p:txBody>
      </p:sp>
      <p:sp>
        <p:nvSpPr>
          <p:cNvPr id="42" name="椭圆 41"/>
          <p:cNvSpPr/>
          <p:nvPr/>
        </p:nvSpPr>
        <p:spPr>
          <a:xfrm>
            <a:off x="4679552" y="6251571"/>
            <a:ext cx="5027956" cy="5027956"/>
          </a:xfrm>
          <a:prstGeom prst="ellipse">
            <a:avLst/>
          </a:prstGeom>
          <a:noFill/>
          <a:ln w="9525">
            <a:gradFill>
              <a:gsLst>
                <a:gs pos="100000">
                  <a:srgbClr val="89A13D"/>
                </a:gs>
                <a:gs pos="0">
                  <a:srgbClr val="B2D138"/>
                </a:gs>
              </a:gsLst>
              <a:lin ang="2700000" scaled="0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0" tIns="45704" rIns="91410" bIns="45704" rtlCol="0" anchor="ctr"/>
          <a:lstStyle/>
          <a:p>
            <a:pPr algn="ctr"/>
            <a:endParaRPr lang="zh-CN" altLang="en-US">
              <a:gradFill flip="none" rotWithShape="1">
                <a:gsLst>
                  <a:gs pos="0">
                    <a:schemeClr val="lt1">
                      <a:shade val="30000"/>
                      <a:satMod val="115000"/>
                    </a:schemeClr>
                  </a:gs>
                  <a:gs pos="50000">
                    <a:schemeClr val="lt1">
                      <a:shade val="67500"/>
                      <a:satMod val="115000"/>
                    </a:schemeClr>
                  </a:gs>
                  <a:gs pos="100000">
                    <a:schemeClr val="lt1">
                      <a:shade val="100000"/>
                      <a:satMod val="115000"/>
                    </a:schemeClr>
                  </a:gs>
                </a:gsLst>
                <a:lin ang="2700000" scaled="1"/>
                <a:tileRect/>
              </a:gradFill>
            </a:endParaRPr>
          </a:p>
        </p:txBody>
      </p:sp>
      <p:sp>
        <p:nvSpPr>
          <p:cNvPr id="43" name="椭圆 42"/>
          <p:cNvSpPr/>
          <p:nvPr/>
        </p:nvSpPr>
        <p:spPr>
          <a:xfrm>
            <a:off x="10572395" y="5628142"/>
            <a:ext cx="2764446" cy="2764446"/>
          </a:xfrm>
          <a:prstGeom prst="ellipse">
            <a:avLst/>
          </a:prstGeom>
          <a:noFill/>
          <a:ln w="9525">
            <a:gradFill>
              <a:gsLst>
                <a:gs pos="100000">
                  <a:srgbClr val="E33F24"/>
                </a:gs>
                <a:gs pos="0">
                  <a:srgbClr val="F26434"/>
                </a:gs>
              </a:gsLst>
              <a:lin ang="2700000" scaled="0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0" tIns="45704" rIns="91410" bIns="45704" rtlCol="0" anchor="ctr"/>
          <a:lstStyle/>
          <a:p>
            <a:pPr algn="ctr"/>
            <a:endParaRPr lang="zh-CN" altLang="en-US">
              <a:gradFill flip="none" rotWithShape="1">
                <a:gsLst>
                  <a:gs pos="0">
                    <a:schemeClr val="lt1">
                      <a:shade val="30000"/>
                      <a:satMod val="115000"/>
                    </a:schemeClr>
                  </a:gs>
                  <a:gs pos="50000">
                    <a:schemeClr val="lt1">
                      <a:shade val="67500"/>
                      <a:satMod val="115000"/>
                    </a:schemeClr>
                  </a:gs>
                  <a:gs pos="100000">
                    <a:schemeClr val="lt1">
                      <a:shade val="100000"/>
                      <a:satMod val="115000"/>
                    </a:schemeClr>
                  </a:gs>
                </a:gsLst>
                <a:lin ang="2700000" scaled="1"/>
                <a:tileRect/>
              </a:gradFill>
            </a:endParaRPr>
          </a:p>
        </p:txBody>
      </p:sp>
      <p:sp>
        <p:nvSpPr>
          <p:cNvPr id="44" name="椭圆 43"/>
          <p:cNvSpPr/>
          <p:nvPr/>
        </p:nvSpPr>
        <p:spPr>
          <a:xfrm>
            <a:off x="8159768" y="5970411"/>
            <a:ext cx="3380693" cy="3380693"/>
          </a:xfrm>
          <a:prstGeom prst="ellipse">
            <a:avLst/>
          </a:prstGeom>
          <a:noFill/>
          <a:ln w="9525">
            <a:gradFill>
              <a:gsLst>
                <a:gs pos="100000">
                  <a:srgbClr val="138F81"/>
                </a:gs>
                <a:gs pos="0">
                  <a:srgbClr val="19BAA9"/>
                </a:gs>
              </a:gsLst>
              <a:lin ang="2700000" scaled="0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0" tIns="45704" rIns="91410" bIns="45704" rtlCol="0" anchor="ctr"/>
          <a:lstStyle/>
          <a:p>
            <a:pPr algn="ctr"/>
            <a:endParaRPr lang="zh-CN" altLang="en-US">
              <a:gradFill flip="none" rotWithShape="1">
                <a:gsLst>
                  <a:gs pos="0">
                    <a:schemeClr val="lt1">
                      <a:shade val="30000"/>
                      <a:satMod val="115000"/>
                    </a:schemeClr>
                  </a:gs>
                  <a:gs pos="50000">
                    <a:schemeClr val="lt1">
                      <a:shade val="67500"/>
                      <a:satMod val="115000"/>
                    </a:schemeClr>
                  </a:gs>
                  <a:gs pos="100000">
                    <a:schemeClr val="lt1">
                      <a:shade val="100000"/>
                      <a:satMod val="115000"/>
                    </a:schemeClr>
                  </a:gs>
                </a:gsLst>
                <a:lin ang="2700000" scaled="1"/>
                <a:tileRect/>
              </a:gradFill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5120743" y="3914884"/>
            <a:ext cx="2909130" cy="521669"/>
          </a:xfrm>
          <a:prstGeom prst="roundRect">
            <a:avLst>
              <a:gd name="adj" fmla="val 50000"/>
            </a:avLst>
          </a:prstGeom>
          <a:solidFill>
            <a:srgbClr val="01ACBE"/>
          </a:solidFill>
          <a:ln w="19050">
            <a:solidFill>
              <a:schemeClr val="bg1"/>
            </a:solidFill>
          </a:ln>
          <a:effectLst>
            <a:outerShdw blurRad="127000" dist="50800" dir="2700000" sx="76000" sy="76000" algn="ctr" rotWithShape="0">
              <a:srgbClr val="000000">
                <a:alpha val="98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2" tIns="45705" rIns="91412" bIns="45705" rtlCol="0" anchor="ctr"/>
          <a:lstStyle/>
          <a:p>
            <a:pPr algn="ctr"/>
            <a:endParaRPr lang="zh-CN" altLang="en-US"/>
          </a:p>
        </p:txBody>
      </p:sp>
      <p:sp>
        <p:nvSpPr>
          <p:cNvPr id="7" name="TextBox 6"/>
          <p:cNvSpPr txBox="1"/>
          <p:nvPr/>
        </p:nvSpPr>
        <p:spPr>
          <a:xfrm>
            <a:off x="5383242" y="3939841"/>
            <a:ext cx="2428294" cy="476936"/>
          </a:xfrm>
          <a:prstGeom prst="rect">
            <a:avLst/>
          </a:prstGeom>
          <a:noFill/>
        </p:spPr>
        <p:txBody>
          <a:bodyPr wrap="none" lIns="91412" tIns="45705" rIns="91412" bIns="45705" rtlCol="0">
            <a:spAutoFit/>
          </a:bodyPr>
          <a:lstStyle/>
          <a:p>
            <a:r>
              <a:rPr lang="zh-CN" altLang="en-US" sz="25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汇报人：乔利锋</a:t>
            </a:r>
          </a:p>
        </p:txBody>
      </p:sp>
      <p:sp>
        <p:nvSpPr>
          <p:cNvPr id="17" name="椭圆 16"/>
          <p:cNvSpPr/>
          <p:nvPr/>
        </p:nvSpPr>
        <p:spPr>
          <a:xfrm flipV="1">
            <a:off x="4595824" y="3977167"/>
            <a:ext cx="396933" cy="397100"/>
          </a:xfrm>
          <a:prstGeom prst="ellipse">
            <a:avLst/>
          </a:prstGeom>
          <a:solidFill>
            <a:srgbClr val="FC6E5B"/>
          </a:solidFill>
          <a:ln w="19050">
            <a:solidFill>
              <a:schemeClr val="bg1"/>
            </a:solidFill>
          </a:ln>
          <a:effectLst>
            <a:outerShdw blurRad="330200" dist="38100" dir="2700000" sx="65000" sy="65000" algn="ctr" rotWithShape="0">
              <a:srgbClr val="000000">
                <a:alpha val="8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06" tIns="45702" rIns="91406" bIns="45702" spcCol="0" rtlCol="0" anchor="ctr"/>
          <a:lstStyle/>
          <a:p>
            <a:pPr algn="ctr"/>
            <a:endParaRPr lang="zh-CN" altLang="en-US" dirty="0"/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" contrast="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1534" y="2664155"/>
            <a:ext cx="4277640" cy="4193845"/>
          </a:xfrm>
          <a:prstGeom prst="rect">
            <a:avLst/>
          </a:prstGeom>
        </p:spPr>
      </p:pic>
      <p:sp>
        <p:nvSpPr>
          <p:cNvPr id="18" name="椭圆 17"/>
          <p:cNvSpPr/>
          <p:nvPr/>
        </p:nvSpPr>
        <p:spPr>
          <a:xfrm flipV="1">
            <a:off x="4385640" y="1400760"/>
            <a:ext cx="325979" cy="326097"/>
          </a:xfrm>
          <a:prstGeom prst="ellipse">
            <a:avLst/>
          </a:prstGeom>
          <a:solidFill>
            <a:srgbClr val="FC6E5B"/>
          </a:solidFill>
          <a:ln w="19050">
            <a:noFill/>
          </a:ln>
          <a:effectLst>
            <a:outerShdw blurRad="203200" dist="38100" dir="2700000" sx="65000" sy="65000" algn="ctr" rotWithShape="0">
              <a:srgbClr val="000000">
                <a:alpha val="8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09" tIns="45704" rIns="91409" bIns="45704" spcCol="0"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椭圆 19"/>
          <p:cNvSpPr/>
          <p:nvPr/>
        </p:nvSpPr>
        <p:spPr>
          <a:xfrm>
            <a:off x="7381014" y="1591817"/>
            <a:ext cx="391356" cy="391494"/>
          </a:xfrm>
          <a:prstGeom prst="ellipse">
            <a:avLst/>
          </a:prstGeom>
          <a:solidFill>
            <a:srgbClr val="01ACBE"/>
          </a:solidFill>
          <a:ln w="19050">
            <a:noFill/>
          </a:ln>
          <a:effectLst>
            <a:outerShdw blurRad="203200" dist="38100" dir="2700000" sx="92000" sy="92000" algn="ctr" rotWithShape="0">
              <a:srgbClr val="000000">
                <a:alpha val="8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09" tIns="45704" rIns="91409" bIns="45704" spcCol="0" rtlCol="0" anchor="ctr"/>
          <a:lstStyle/>
          <a:p>
            <a:pPr algn="ctr"/>
            <a:endParaRPr lang="zh-CN" altLang="en-US" dirty="0"/>
          </a:p>
        </p:txBody>
      </p:sp>
      <p:sp>
        <p:nvSpPr>
          <p:cNvPr id="21" name="椭圆 20"/>
          <p:cNvSpPr/>
          <p:nvPr/>
        </p:nvSpPr>
        <p:spPr>
          <a:xfrm flipV="1">
            <a:off x="8523414" y="1533747"/>
            <a:ext cx="205758" cy="205833"/>
          </a:xfrm>
          <a:prstGeom prst="ellipse">
            <a:avLst/>
          </a:prstGeom>
          <a:solidFill>
            <a:srgbClr val="FC6E5B"/>
          </a:solidFill>
          <a:ln w="19050">
            <a:noFill/>
          </a:ln>
          <a:effectLst>
            <a:outerShdw blurRad="203200" dist="38100" dir="2700000" sx="65000" sy="65000" algn="ctr" rotWithShape="0">
              <a:srgbClr val="000000">
                <a:alpha val="8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09" tIns="45704" rIns="91409" bIns="45704" spcCol="0" rtlCol="0" anchor="ctr"/>
          <a:lstStyle/>
          <a:p>
            <a:pPr algn="ctr"/>
            <a:endParaRPr lang="zh-CN" altLang="en-US" dirty="0"/>
          </a:p>
        </p:txBody>
      </p:sp>
      <p:sp>
        <p:nvSpPr>
          <p:cNvPr id="22" name="椭圆 21"/>
          <p:cNvSpPr/>
          <p:nvPr/>
        </p:nvSpPr>
        <p:spPr>
          <a:xfrm>
            <a:off x="5610888" y="1696827"/>
            <a:ext cx="186237" cy="186302"/>
          </a:xfrm>
          <a:prstGeom prst="ellipse">
            <a:avLst/>
          </a:prstGeom>
          <a:solidFill>
            <a:srgbClr val="01ACBE"/>
          </a:solidFill>
          <a:ln w="19050">
            <a:noFill/>
          </a:ln>
          <a:effectLst>
            <a:outerShdw blurRad="203200" dist="38100" dir="2700000" sx="92000" sy="92000" algn="ctr" rotWithShape="0">
              <a:srgbClr val="000000">
                <a:alpha val="8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09" tIns="45704" rIns="91409" bIns="45704" spcCol="0" rtlCol="0" anchor="ctr"/>
          <a:lstStyle/>
          <a:p>
            <a:pPr algn="ctr"/>
            <a:endParaRPr lang="zh-CN" altLang="en-US" dirty="0"/>
          </a:p>
        </p:txBody>
      </p:sp>
      <p:sp>
        <p:nvSpPr>
          <p:cNvPr id="23" name="椭圆 22"/>
          <p:cNvSpPr/>
          <p:nvPr/>
        </p:nvSpPr>
        <p:spPr>
          <a:xfrm flipV="1">
            <a:off x="6475320" y="1486485"/>
            <a:ext cx="121332" cy="121376"/>
          </a:xfrm>
          <a:prstGeom prst="ellipse">
            <a:avLst/>
          </a:prstGeom>
          <a:solidFill>
            <a:srgbClr val="FC6E5B"/>
          </a:solidFill>
          <a:ln w="19050">
            <a:noFill/>
          </a:ln>
          <a:effectLst>
            <a:outerShdw blurRad="203200" dist="38100" dir="2700000" sx="65000" sy="65000" algn="ctr" rotWithShape="0">
              <a:srgbClr val="000000">
                <a:alpha val="8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09" tIns="45704" rIns="91409" bIns="45704" spcCol="0" rtlCol="0" anchor="ctr"/>
          <a:lstStyle/>
          <a:p>
            <a:pPr algn="ctr"/>
            <a:endParaRPr lang="zh-CN" altLang="en-US" dirty="0"/>
          </a:p>
        </p:txBody>
      </p:sp>
      <p:sp>
        <p:nvSpPr>
          <p:cNvPr id="24" name="椭圆 23"/>
          <p:cNvSpPr/>
          <p:nvPr/>
        </p:nvSpPr>
        <p:spPr>
          <a:xfrm flipV="1">
            <a:off x="3471027" y="1658365"/>
            <a:ext cx="185435" cy="186302"/>
          </a:xfrm>
          <a:prstGeom prst="ellipse">
            <a:avLst/>
          </a:prstGeom>
          <a:solidFill>
            <a:srgbClr val="01ACBE"/>
          </a:solidFill>
          <a:ln w="19050">
            <a:noFill/>
          </a:ln>
          <a:effectLst>
            <a:outerShdw blurRad="203200" dist="38100" dir="2700000" sx="92000" sy="92000" algn="ctr" rotWithShape="0">
              <a:srgbClr val="000000">
                <a:alpha val="8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09" tIns="45704" rIns="91409" bIns="45704" spcCol="0" rtlCol="0" anchor="ctr"/>
          <a:lstStyle/>
          <a:p>
            <a:pPr algn="ctr"/>
            <a:endParaRPr lang="zh-CN" altLang="en-US" dirty="0"/>
          </a:p>
        </p:txBody>
      </p:sp>
      <p:sp>
        <p:nvSpPr>
          <p:cNvPr id="25" name="椭圆 24"/>
          <p:cNvSpPr/>
          <p:nvPr/>
        </p:nvSpPr>
        <p:spPr>
          <a:xfrm>
            <a:off x="4870008" y="2249530"/>
            <a:ext cx="1375326" cy="1375326"/>
          </a:xfrm>
          <a:prstGeom prst="ellipse">
            <a:avLst/>
          </a:prstGeom>
          <a:gradFill flip="none" rotWithShape="1">
            <a:gsLst>
              <a:gs pos="90000">
                <a:srgbClr val="E33F24"/>
              </a:gs>
              <a:gs pos="30000">
                <a:srgbClr val="F26434"/>
              </a:gs>
            </a:gsLst>
            <a:lin ang="2700000" scaled="1"/>
            <a:tileRect/>
          </a:gradFill>
          <a:ln w="25400">
            <a:gradFill>
              <a:gsLst>
                <a:gs pos="0">
                  <a:srgbClr val="E33F24"/>
                </a:gs>
                <a:gs pos="100000">
                  <a:srgbClr val="F26434"/>
                </a:gs>
              </a:gsLst>
              <a:lin ang="5400000" scaled="0"/>
            </a:gradFill>
          </a:ln>
          <a:effectLst>
            <a:outerShdw blurRad="254000" dist="152400" dir="3540000" algn="tl" rotWithShape="0">
              <a:schemeClr val="tx1">
                <a:lumMod val="95000"/>
                <a:lumOff val="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0" tIns="45704" rIns="91410" bIns="45704" rtlCol="0" anchor="ctr"/>
          <a:lstStyle/>
          <a:p>
            <a:pPr algn="ctr"/>
            <a:endParaRPr lang="zh-CN" altLang="en-US">
              <a:gradFill flip="none" rotWithShape="1">
                <a:gsLst>
                  <a:gs pos="0">
                    <a:schemeClr val="lt1">
                      <a:shade val="30000"/>
                      <a:satMod val="115000"/>
                    </a:schemeClr>
                  </a:gs>
                  <a:gs pos="50000">
                    <a:schemeClr val="lt1">
                      <a:shade val="67500"/>
                      <a:satMod val="115000"/>
                    </a:schemeClr>
                  </a:gs>
                  <a:gs pos="100000">
                    <a:schemeClr val="lt1">
                      <a:shade val="100000"/>
                      <a:satMod val="115000"/>
                    </a:schemeClr>
                  </a:gs>
                </a:gsLst>
                <a:lin ang="2700000" scaled="1"/>
                <a:tileRect/>
              </a:gra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184049" y="2475122"/>
            <a:ext cx="764871" cy="861565"/>
          </a:xfrm>
          <a:prstGeom prst="rect">
            <a:avLst/>
          </a:prstGeom>
          <a:noFill/>
        </p:spPr>
        <p:txBody>
          <a:bodyPr wrap="square" lIns="91410" tIns="45704" rIns="91410" bIns="45704" rtlCol="0">
            <a:spAutoFit/>
          </a:bodyPr>
          <a:lstStyle>
            <a:defPPr>
              <a:defRPr lang="zh-CN"/>
            </a:defPPr>
            <a:lvl1pPr algn="ctr">
              <a:defRPr sz="4000">
                <a:solidFill>
                  <a:schemeClr val="bg1"/>
                </a:solidFill>
                <a:latin typeface="Impact" panose="020B0806030902050204" pitchFamily="34" charset="0"/>
              </a:defRPr>
            </a:lvl1pPr>
          </a:lstStyle>
          <a:p>
            <a:r>
              <a:rPr lang="zh-CN" altLang="en-US" sz="4999" b="1" dirty="0">
                <a:latin typeface="微软雅黑" pitchFamily="34" charset="-122"/>
                <a:ea typeface="微软雅黑" pitchFamily="34" charset="-122"/>
              </a:rPr>
              <a:t>谢</a:t>
            </a:r>
          </a:p>
        </p:txBody>
      </p:sp>
      <p:sp>
        <p:nvSpPr>
          <p:cNvPr id="27" name="椭圆 26"/>
          <p:cNvSpPr/>
          <p:nvPr/>
        </p:nvSpPr>
        <p:spPr>
          <a:xfrm>
            <a:off x="6088925" y="2249530"/>
            <a:ext cx="1375326" cy="1375326"/>
          </a:xfrm>
          <a:prstGeom prst="ellipse">
            <a:avLst/>
          </a:prstGeom>
          <a:gradFill flip="none" rotWithShape="1">
            <a:gsLst>
              <a:gs pos="90000">
                <a:srgbClr val="89A13D"/>
              </a:gs>
              <a:gs pos="30000">
                <a:srgbClr val="B2D138"/>
              </a:gs>
            </a:gsLst>
            <a:lin ang="2700000" scaled="1"/>
            <a:tileRect/>
          </a:gradFill>
          <a:ln w="25400">
            <a:gradFill>
              <a:gsLst>
                <a:gs pos="0">
                  <a:srgbClr val="89A13D"/>
                </a:gs>
                <a:gs pos="100000">
                  <a:srgbClr val="B2D138"/>
                </a:gs>
              </a:gsLst>
              <a:lin ang="5400000" scaled="0"/>
            </a:gradFill>
          </a:ln>
          <a:effectLst>
            <a:outerShdw blurRad="254000" dist="152400" dir="3540000" algn="tl" rotWithShape="0">
              <a:schemeClr val="tx1">
                <a:lumMod val="95000"/>
                <a:lumOff val="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0" tIns="45704" rIns="91410" bIns="45704" rtlCol="0" anchor="ctr"/>
          <a:lstStyle/>
          <a:p>
            <a:pPr algn="ctr"/>
            <a:endParaRPr lang="zh-CN" altLang="en-US">
              <a:gradFill flip="none" rotWithShape="1">
                <a:gsLst>
                  <a:gs pos="0">
                    <a:schemeClr val="lt1">
                      <a:shade val="30000"/>
                      <a:satMod val="115000"/>
                    </a:schemeClr>
                  </a:gs>
                  <a:gs pos="50000">
                    <a:schemeClr val="lt1">
                      <a:shade val="67500"/>
                      <a:satMod val="115000"/>
                    </a:schemeClr>
                  </a:gs>
                  <a:gs pos="100000">
                    <a:schemeClr val="lt1">
                      <a:shade val="100000"/>
                      <a:satMod val="115000"/>
                    </a:schemeClr>
                  </a:gs>
                </a:gsLst>
                <a:lin ang="2700000" scaled="1"/>
                <a:tileRect/>
              </a:gra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457187" y="2475122"/>
            <a:ext cx="631706" cy="861565"/>
          </a:xfrm>
          <a:prstGeom prst="rect">
            <a:avLst/>
          </a:prstGeom>
          <a:noFill/>
        </p:spPr>
        <p:txBody>
          <a:bodyPr wrap="square" lIns="91410" tIns="45704" rIns="91410" bIns="45704" rtlCol="0">
            <a:spAutoFit/>
          </a:bodyPr>
          <a:lstStyle>
            <a:defPPr>
              <a:defRPr lang="zh-CN"/>
            </a:defPPr>
            <a:lvl1pPr algn="ctr">
              <a:defRPr sz="4000">
                <a:solidFill>
                  <a:schemeClr val="bg1"/>
                </a:solidFill>
                <a:latin typeface="Impact" panose="020B0806030902050204" pitchFamily="34" charset="0"/>
              </a:defRPr>
            </a:lvl1pPr>
          </a:lstStyle>
          <a:p>
            <a:r>
              <a:rPr lang="zh-CN" altLang="en-US" sz="4999" b="1" dirty="0">
                <a:latin typeface="微软雅黑" pitchFamily="34" charset="-122"/>
                <a:ea typeface="微软雅黑" pitchFamily="34" charset="-122"/>
              </a:rPr>
              <a:t>观</a:t>
            </a:r>
          </a:p>
        </p:txBody>
      </p:sp>
      <p:sp>
        <p:nvSpPr>
          <p:cNvPr id="29" name="椭圆 28"/>
          <p:cNvSpPr/>
          <p:nvPr/>
        </p:nvSpPr>
        <p:spPr>
          <a:xfrm>
            <a:off x="7311568" y="2249530"/>
            <a:ext cx="1375326" cy="1375326"/>
          </a:xfrm>
          <a:prstGeom prst="ellipse">
            <a:avLst/>
          </a:prstGeom>
          <a:gradFill flip="none" rotWithShape="1">
            <a:gsLst>
              <a:gs pos="90000">
                <a:srgbClr val="108692"/>
              </a:gs>
              <a:gs pos="30000">
                <a:srgbClr val="16B2C1"/>
              </a:gs>
            </a:gsLst>
            <a:lin ang="2700000" scaled="1"/>
            <a:tileRect/>
          </a:gradFill>
          <a:ln w="25400">
            <a:gradFill>
              <a:gsLst>
                <a:gs pos="0">
                  <a:srgbClr val="108692"/>
                </a:gs>
                <a:gs pos="100000">
                  <a:srgbClr val="16B2C1"/>
                </a:gs>
              </a:gsLst>
              <a:lin ang="5400000" scaled="0"/>
            </a:gradFill>
          </a:ln>
          <a:effectLst>
            <a:outerShdw blurRad="254000" dist="152400" dir="3540000" algn="tl" rotWithShape="0">
              <a:schemeClr val="tx1">
                <a:lumMod val="95000"/>
                <a:lumOff val="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0" tIns="45704" rIns="91410" bIns="45704" rtlCol="0" anchor="ctr"/>
          <a:lstStyle/>
          <a:p>
            <a:pPr algn="ctr"/>
            <a:endParaRPr lang="zh-CN" altLang="en-US">
              <a:gradFill flip="none" rotWithShape="1">
                <a:gsLst>
                  <a:gs pos="0">
                    <a:schemeClr val="lt1">
                      <a:shade val="30000"/>
                      <a:satMod val="115000"/>
                    </a:schemeClr>
                  </a:gs>
                  <a:gs pos="50000">
                    <a:schemeClr val="lt1">
                      <a:shade val="67500"/>
                      <a:satMod val="115000"/>
                    </a:schemeClr>
                  </a:gs>
                  <a:gs pos="100000">
                    <a:schemeClr val="lt1">
                      <a:shade val="100000"/>
                      <a:satMod val="115000"/>
                    </a:schemeClr>
                  </a:gs>
                </a:gsLst>
                <a:lin ang="2700000" scaled="1"/>
                <a:tileRect/>
              </a:gra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625081" y="2475122"/>
            <a:ext cx="767534" cy="861565"/>
          </a:xfrm>
          <a:prstGeom prst="rect">
            <a:avLst/>
          </a:prstGeom>
          <a:noFill/>
        </p:spPr>
        <p:txBody>
          <a:bodyPr wrap="square" lIns="91410" tIns="45704" rIns="91410" bIns="45704" rtlCol="0">
            <a:spAutoFit/>
          </a:bodyPr>
          <a:lstStyle>
            <a:defPPr>
              <a:defRPr lang="zh-CN"/>
            </a:defPPr>
            <a:lvl1pPr algn="ctr">
              <a:defRPr sz="4000">
                <a:solidFill>
                  <a:schemeClr val="bg1"/>
                </a:solidFill>
                <a:latin typeface="Impact" panose="020B0806030902050204" pitchFamily="34" charset="0"/>
              </a:defRPr>
            </a:lvl1pPr>
          </a:lstStyle>
          <a:p>
            <a:r>
              <a:rPr lang="zh-CN" altLang="en-US" sz="4999" b="1" dirty="0">
                <a:latin typeface="微软雅黑" pitchFamily="34" charset="-122"/>
                <a:ea typeface="微软雅黑" pitchFamily="34" charset="-122"/>
              </a:rPr>
              <a:t>看</a:t>
            </a:r>
          </a:p>
        </p:txBody>
      </p:sp>
      <p:sp>
        <p:nvSpPr>
          <p:cNvPr id="31" name="椭圆 30"/>
          <p:cNvSpPr/>
          <p:nvPr/>
        </p:nvSpPr>
        <p:spPr>
          <a:xfrm>
            <a:off x="3651090" y="2249530"/>
            <a:ext cx="1375326" cy="1375326"/>
          </a:xfrm>
          <a:prstGeom prst="ellipse">
            <a:avLst/>
          </a:prstGeom>
          <a:gradFill flip="none" rotWithShape="1">
            <a:gsLst>
              <a:gs pos="90000">
                <a:srgbClr val="138F81"/>
              </a:gs>
              <a:gs pos="30000">
                <a:srgbClr val="19BAA9"/>
              </a:gs>
            </a:gsLst>
            <a:lin ang="2700000" scaled="1"/>
            <a:tileRect/>
          </a:gradFill>
          <a:ln w="25400">
            <a:gradFill>
              <a:gsLst>
                <a:gs pos="0">
                  <a:srgbClr val="138F81"/>
                </a:gs>
                <a:gs pos="100000">
                  <a:srgbClr val="19BAA9"/>
                </a:gs>
              </a:gsLst>
              <a:lin ang="5400000" scaled="0"/>
            </a:gradFill>
          </a:ln>
          <a:effectLst>
            <a:outerShdw blurRad="254000" dist="152400" dir="3540000" algn="tl" rotWithShape="0">
              <a:schemeClr val="tx1">
                <a:lumMod val="95000"/>
                <a:lumOff val="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0" tIns="45704" rIns="91410" bIns="45704" rtlCol="0" anchor="ctr"/>
          <a:lstStyle/>
          <a:p>
            <a:pPr algn="ctr"/>
            <a:endParaRPr lang="zh-CN" altLang="en-US">
              <a:gradFill flip="none" rotWithShape="1">
                <a:gsLst>
                  <a:gs pos="0">
                    <a:schemeClr val="lt1">
                      <a:shade val="30000"/>
                      <a:satMod val="115000"/>
                    </a:schemeClr>
                  </a:gs>
                  <a:gs pos="50000">
                    <a:schemeClr val="lt1">
                      <a:shade val="67500"/>
                      <a:satMod val="115000"/>
                    </a:schemeClr>
                  </a:gs>
                  <a:gs pos="100000">
                    <a:schemeClr val="lt1">
                      <a:shade val="100000"/>
                      <a:satMod val="115000"/>
                    </a:schemeClr>
                  </a:gs>
                </a:gsLst>
                <a:lin ang="2700000" scaled="1"/>
                <a:tileRect/>
              </a:gra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970950" y="2475122"/>
            <a:ext cx="735606" cy="861565"/>
          </a:xfrm>
          <a:prstGeom prst="rect">
            <a:avLst/>
          </a:prstGeom>
          <a:noFill/>
        </p:spPr>
        <p:txBody>
          <a:bodyPr wrap="square" lIns="91410" tIns="45704" rIns="91410" bIns="45704" rtlCol="0">
            <a:spAutoFit/>
          </a:bodyPr>
          <a:lstStyle/>
          <a:p>
            <a:pPr algn="ctr"/>
            <a:r>
              <a:rPr lang="zh-CN" altLang="en-US" sz="4999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谢</a:t>
            </a:r>
          </a:p>
        </p:txBody>
      </p:sp>
    </p:spTree>
    <p:extLst>
      <p:ext uri="{BB962C8B-B14F-4D97-AF65-F5344CB8AC3E}">
        <p14:creationId xmlns:p14="http://schemas.microsoft.com/office/powerpoint/2010/main" val="3578169260"/>
      </p:ext>
    </p:extLst>
  </p:cSld>
  <p:clrMapOvr>
    <a:masterClrMapping/>
  </p:clrMapOvr>
  <p:transition spd="slow" advTm="1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700"/>
                            </p:stCondLst>
                            <p:childTnLst>
                              <p:par>
                                <p:cTn id="3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3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3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6" presetClass="emph" presetSubtype="0" autoRev="1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36" dur="150" fill="hold"/>
                                        <p:tgtEl>
                                          <p:spTgt spid="31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3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3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6" presetClass="emph" presetSubtype="0" autoRev="1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Scale>
                                      <p:cBhvr>
                                        <p:cTn id="43" dur="150" fill="hold"/>
                                        <p:tgtEl>
                                          <p:spTgt spid="32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3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3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6" presetClass="emph" presetSubtype="0" autoRev="1" fill="hold" grpId="1" nodeType="withEffect">
                                  <p:stCondLst>
                                    <p:cond delay="800"/>
                                  </p:stCondLst>
                                  <p:childTnLst>
                                    <p:animScale>
                                      <p:cBhvr>
                                        <p:cTn id="50" dur="150" fill="hold"/>
                                        <p:tgtEl>
                                          <p:spTgt spid="25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51" presetID="53" presetClass="entr" presetSubtype="16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3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3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6" presetClass="emph" presetSubtype="0" autoRev="1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Scale>
                                      <p:cBhvr>
                                        <p:cTn id="57" dur="150" fill="hold"/>
                                        <p:tgtEl>
                                          <p:spTgt spid="26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58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3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3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6" presetClass="emph" presetSubtype="0" autoRev="1" fill="hold" grpId="1" nodeType="withEffect">
                                  <p:stCondLst>
                                    <p:cond delay="1300"/>
                                  </p:stCondLst>
                                  <p:childTnLst>
                                    <p:animScale>
                                      <p:cBhvr>
                                        <p:cTn id="64" dur="150" fill="hold"/>
                                        <p:tgtEl>
                                          <p:spTgt spid="27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65" presetID="53" presetClass="entr" presetSubtype="16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3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3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6" presetClass="emph" presetSubtype="0" autoRev="1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Scale>
                                      <p:cBhvr>
                                        <p:cTn id="71" dur="150" fill="hold"/>
                                        <p:tgtEl>
                                          <p:spTgt spid="28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72" presetID="53" presetClass="entr" presetSubtype="16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3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3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6" presetClass="emph" presetSubtype="0" autoRev="1" fill="hold" grpId="1" nodeType="withEffect">
                                  <p:stCondLst>
                                    <p:cond delay="1800"/>
                                  </p:stCondLst>
                                  <p:childTnLst>
                                    <p:animScale>
                                      <p:cBhvr>
                                        <p:cTn id="78" dur="150" fill="hold"/>
                                        <p:tgtEl>
                                          <p:spTgt spid="29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79" presetID="53" presetClass="entr" presetSubtype="16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3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3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6" presetClass="emph" presetSubtype="0" autoRev="1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animScale>
                                      <p:cBhvr>
                                        <p:cTn id="85" dur="150" fill="hold"/>
                                        <p:tgtEl>
                                          <p:spTgt spid="30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3000"/>
                            </p:stCondLst>
                            <p:childTnLst>
                              <p:par>
                                <p:cTn id="8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3500"/>
                            </p:stCondLst>
                            <p:childTnLst>
                              <p:par>
                                <p:cTn id="9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4000"/>
                            </p:stCondLst>
                            <p:childTnLst>
                              <p:par>
                                <p:cTn id="9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1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1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3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3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6" presetClass="emph" presetSubtype="0" autoRev="1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animScale>
                                      <p:cBhvr>
                                        <p:cTn id="109" dur="150" fill="hold"/>
                                        <p:tgtEl>
                                          <p:spTgt spid="39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110" presetID="5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3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3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6" presetClass="emph" presetSubtype="0" autoRev="1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Scale>
                                      <p:cBhvr>
                                        <p:cTn id="116" dur="150" fill="hold"/>
                                        <p:tgtEl>
                                          <p:spTgt spid="40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117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3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3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1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6" presetClass="emph" presetSubtype="0" autoRev="1" fill="hold" grpId="1" nodeType="withEffect">
                                  <p:stCondLst>
                                    <p:cond delay="1400"/>
                                  </p:stCondLst>
                                  <p:childTnLst>
                                    <p:animScale>
                                      <p:cBhvr>
                                        <p:cTn id="123" dur="150" fill="hold"/>
                                        <p:tgtEl>
                                          <p:spTgt spid="41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124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3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3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6" presetClass="emph" presetSubtype="0" autoRev="1" fill="hold" grpId="1" nodeType="withEffect">
                                  <p:stCondLst>
                                    <p:cond delay="1400"/>
                                  </p:stCondLst>
                                  <p:childTnLst>
                                    <p:animScale>
                                      <p:cBhvr>
                                        <p:cTn id="130" dur="150" fill="hold"/>
                                        <p:tgtEl>
                                          <p:spTgt spid="42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131" presetID="5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3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3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5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6" presetClass="emph" presetSubtype="0" autoRev="1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Scale>
                                      <p:cBhvr>
                                        <p:cTn id="137" dur="150" fill="hold"/>
                                        <p:tgtEl>
                                          <p:spTgt spid="43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138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0" dur="3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3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2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6" presetClass="emph" presetSubtype="0" autoRev="1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animScale>
                                      <p:cBhvr>
                                        <p:cTn id="144" dur="150" fill="hold"/>
                                        <p:tgtEl>
                                          <p:spTgt spid="44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39" grpId="1" animBg="1"/>
      <p:bldP spid="40" grpId="0" animBg="1"/>
      <p:bldP spid="40" grpId="1" animBg="1"/>
      <p:bldP spid="41" grpId="0" animBg="1"/>
      <p:bldP spid="41" grpId="1" animBg="1"/>
      <p:bldP spid="42" grpId="0" animBg="1"/>
      <p:bldP spid="42" grpId="1" animBg="1"/>
      <p:bldP spid="43" grpId="0" animBg="1"/>
      <p:bldP spid="43" grpId="1" animBg="1"/>
      <p:bldP spid="44" grpId="0" animBg="1"/>
      <p:bldP spid="44" grpId="1" animBg="1"/>
      <p:bldP spid="6" grpId="0" animBg="1"/>
      <p:bldP spid="7" grpId="0"/>
      <p:bldP spid="17" grpId="0" animBg="1"/>
      <p:bldP spid="18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5" grpId="1" animBg="1"/>
      <p:bldP spid="26" grpId="0"/>
      <p:bldP spid="26" grpId="1"/>
      <p:bldP spid="27" grpId="0" animBg="1"/>
      <p:bldP spid="27" grpId="1" animBg="1"/>
      <p:bldP spid="28" grpId="0"/>
      <p:bldP spid="28" grpId="1"/>
      <p:bldP spid="29" grpId="0" animBg="1"/>
      <p:bldP spid="29" grpId="1" animBg="1"/>
      <p:bldP spid="30" grpId="0"/>
      <p:bldP spid="30" grpId="1"/>
      <p:bldP spid="31" grpId="0" animBg="1"/>
      <p:bldP spid="31" grpId="1" animBg="1"/>
      <p:bldP spid="32" grpId="0"/>
      <p:bldP spid="32" grpId="1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718</TotalTime>
  <Words>896</Words>
  <Application>Microsoft Office PowerPoint</Application>
  <PresentationFormat>宽屏</PresentationFormat>
  <Paragraphs>119</Paragraphs>
  <Slides>24</Slides>
  <Notes>24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3" baseType="lpstr">
      <vt:lpstr>quote-cjk-patch</vt:lpstr>
      <vt:lpstr>等线</vt:lpstr>
      <vt:lpstr>等线 Light</vt:lpstr>
      <vt:lpstr>微软雅黑</vt:lpstr>
      <vt:lpstr>Arial</vt:lpstr>
      <vt:lpstr>Calibri</vt:lpstr>
      <vt:lpstr>Impact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lifeng Qiao</dc:creator>
  <cp:lastModifiedBy>lifeng Qiao</cp:lastModifiedBy>
  <cp:revision>38</cp:revision>
  <dcterms:created xsi:type="dcterms:W3CDTF">2026-03-31T02:01:13Z</dcterms:created>
  <dcterms:modified xsi:type="dcterms:W3CDTF">2026-05-11T12:57:44Z</dcterms:modified>
</cp:coreProperties>
</file>