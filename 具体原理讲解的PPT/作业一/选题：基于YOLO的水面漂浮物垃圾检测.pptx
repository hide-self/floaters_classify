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7.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9.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68" r:id="rId4"/>
    <p:sldMasterId id="2147483672" r:id="rId5"/>
    <p:sldMasterId id="2147483676" r:id="rId6"/>
    <p:sldMasterId id="2147483680" r:id="rId7"/>
    <p:sldMasterId id="2147483684" r:id="rId8"/>
    <p:sldMasterId id="2147483688" r:id="rId9"/>
    <p:sldMasterId id="2147483692" r:id="rId10"/>
  </p:sldMasterIdLst>
  <p:notesMasterIdLst>
    <p:notesMasterId r:id="rId30"/>
  </p:notesMasterIdLst>
  <p:sldIdLst>
    <p:sldId id="294" r:id="rId11"/>
    <p:sldId id="297" r:id="rId12"/>
    <p:sldId id="328" r:id="rId13"/>
    <p:sldId id="332" r:id="rId14"/>
    <p:sldId id="333" r:id="rId15"/>
    <p:sldId id="352" r:id="rId16"/>
    <p:sldId id="329" r:id="rId17"/>
    <p:sldId id="337" r:id="rId18"/>
    <p:sldId id="353" r:id="rId19"/>
    <p:sldId id="354" r:id="rId20"/>
    <p:sldId id="355" r:id="rId21"/>
    <p:sldId id="330" r:id="rId22"/>
    <p:sldId id="341" r:id="rId23"/>
    <p:sldId id="331" r:id="rId24"/>
    <p:sldId id="348" r:id="rId25"/>
    <p:sldId id="356" r:id="rId26"/>
    <p:sldId id="357" r:id="rId27"/>
    <p:sldId id="358" r:id="rId28"/>
    <p:sldId id="326" r:id="rId29"/>
  </p:sldIdLst>
  <p:sldSz cx="12190413" cy="6859588"/>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C066"/>
    <a:srgbClr val="000000"/>
    <a:srgbClr val="339966"/>
    <a:srgbClr val="FC6E5B"/>
    <a:srgbClr val="01ACBE"/>
    <a:srgbClr val="14B28B"/>
    <a:srgbClr val="336699"/>
    <a:srgbClr val="FBC75D"/>
    <a:srgbClr val="66BFBC"/>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27" autoAdjust="0"/>
    <p:restoredTop sz="94660"/>
  </p:normalViewPr>
  <p:slideViewPr>
    <p:cSldViewPr snapToGrid="0" showGuides="1">
      <p:cViewPr varScale="1">
        <p:scale>
          <a:sx n="89" d="100"/>
          <a:sy n="89" d="100"/>
        </p:scale>
        <p:origin x="56" y="44"/>
      </p:cViewPr>
      <p:guideLst>
        <p:guide orient="horz" pos="2161"/>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slideMaster" Target="slideMasters/slideMaster3.xml"/><Relationship Id="rId21" Type="http://schemas.openxmlformats.org/officeDocument/2006/relationships/slide" Target="slides/slide11.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Master" Target="slideMasters/slideMaster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2C8C0-A3D3-487B-AECC-CB6663EAE28D}" type="datetimeFigureOut">
              <a:rPr lang="zh-CN" altLang="en-US" smtClean="0"/>
              <a:t>2026/3/16</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9D3E0-124D-4DFF-AE99-4EA4CC201DB4}" type="slidenum">
              <a:rPr lang="zh-CN" altLang="en-US" smtClean="0"/>
              <a:t>‹#›</a:t>
            </a:fld>
            <a:endParaRPr lang="zh-CN" altLang="en-US"/>
          </a:p>
        </p:txBody>
      </p:sp>
    </p:spTree>
    <p:extLst>
      <p:ext uri="{BB962C8B-B14F-4D97-AF65-F5344CB8AC3E}">
        <p14:creationId xmlns:p14="http://schemas.microsoft.com/office/powerpoint/2010/main" val="94177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a:t>
            </a:fld>
            <a:endParaRPr lang="zh-CN" altLang="en-US"/>
          </a:p>
        </p:txBody>
      </p:sp>
    </p:spTree>
    <p:extLst>
      <p:ext uri="{BB962C8B-B14F-4D97-AF65-F5344CB8AC3E}">
        <p14:creationId xmlns:p14="http://schemas.microsoft.com/office/powerpoint/2010/main" val="381920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a:t>
            </a:fld>
            <a:endParaRPr lang="zh-CN" altLang="en-US"/>
          </a:p>
        </p:txBody>
      </p:sp>
    </p:spTree>
    <p:extLst>
      <p:ext uri="{BB962C8B-B14F-4D97-AF65-F5344CB8AC3E}">
        <p14:creationId xmlns:p14="http://schemas.microsoft.com/office/powerpoint/2010/main" val="3719379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a:t>
            </a:fld>
            <a:endParaRPr lang="zh-CN" altLang="en-US"/>
          </a:p>
        </p:txBody>
      </p:sp>
    </p:spTree>
    <p:extLst>
      <p:ext uri="{BB962C8B-B14F-4D97-AF65-F5344CB8AC3E}">
        <p14:creationId xmlns:p14="http://schemas.microsoft.com/office/powerpoint/2010/main" val="1451791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4</a:t>
            </a:fld>
            <a:endParaRPr lang="zh-CN" altLang="en-US"/>
          </a:p>
        </p:txBody>
      </p:sp>
    </p:spTree>
    <p:extLst>
      <p:ext uri="{BB962C8B-B14F-4D97-AF65-F5344CB8AC3E}">
        <p14:creationId xmlns:p14="http://schemas.microsoft.com/office/powerpoint/2010/main" val="3245224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5</a:t>
            </a:fld>
            <a:endParaRPr lang="zh-CN" altLang="en-US"/>
          </a:p>
        </p:txBody>
      </p:sp>
    </p:spTree>
    <p:extLst>
      <p:ext uri="{BB962C8B-B14F-4D97-AF65-F5344CB8AC3E}">
        <p14:creationId xmlns:p14="http://schemas.microsoft.com/office/powerpoint/2010/main" val="2542330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9A861-4D13-34DE-4E5C-9A3984CBCA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B7174A-2996-484A-5D65-28F321FC2F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771BED-26A6-FB8C-E9C1-5FD724492E7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11A1FA3-CD10-33E5-62EA-6493BD40FA44}"/>
              </a:ext>
            </a:extLst>
          </p:cNvPr>
          <p:cNvSpPr>
            <a:spLocks noGrp="1"/>
          </p:cNvSpPr>
          <p:nvPr>
            <p:ph type="sldNum" sz="quarter" idx="10"/>
          </p:nvPr>
        </p:nvSpPr>
        <p:spPr/>
        <p:txBody>
          <a:bodyPr/>
          <a:lstStyle/>
          <a:p>
            <a:fld id="{3849D3E0-124D-4DFF-AE99-4EA4CC201DB4}" type="slidenum">
              <a:rPr lang="zh-CN" altLang="en-US" smtClean="0"/>
              <a:t>6</a:t>
            </a:fld>
            <a:endParaRPr lang="zh-CN" altLang="en-US"/>
          </a:p>
        </p:txBody>
      </p:sp>
    </p:spTree>
    <p:extLst>
      <p:ext uri="{BB962C8B-B14F-4D97-AF65-F5344CB8AC3E}">
        <p14:creationId xmlns:p14="http://schemas.microsoft.com/office/powerpoint/2010/main" val="2476481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7</a:t>
            </a:fld>
            <a:endParaRPr lang="zh-CN" altLang="en-US"/>
          </a:p>
        </p:txBody>
      </p:sp>
    </p:spTree>
    <p:extLst>
      <p:ext uri="{BB962C8B-B14F-4D97-AF65-F5344CB8AC3E}">
        <p14:creationId xmlns:p14="http://schemas.microsoft.com/office/powerpoint/2010/main" val="1451791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8</a:t>
            </a:fld>
            <a:endParaRPr lang="zh-CN" altLang="en-US"/>
          </a:p>
        </p:txBody>
      </p:sp>
    </p:spTree>
    <p:extLst>
      <p:ext uri="{BB962C8B-B14F-4D97-AF65-F5344CB8AC3E}">
        <p14:creationId xmlns:p14="http://schemas.microsoft.com/office/powerpoint/2010/main" val="3838105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C13B1-98C3-ED1D-4F15-65ADCF3E72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0951A4-2D43-E064-0A83-1CCD7DFE97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6A7CD1-C7BD-C130-B67D-8B55ADBE508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54CD7A6-B9C9-C7DA-09F2-4EB72B9EE0B5}"/>
              </a:ext>
            </a:extLst>
          </p:cNvPr>
          <p:cNvSpPr>
            <a:spLocks noGrp="1"/>
          </p:cNvSpPr>
          <p:nvPr>
            <p:ph type="sldNum" sz="quarter" idx="10"/>
          </p:nvPr>
        </p:nvSpPr>
        <p:spPr/>
        <p:txBody>
          <a:bodyPr/>
          <a:lstStyle/>
          <a:p>
            <a:fld id="{3849D3E0-124D-4DFF-AE99-4EA4CC201DB4}" type="slidenum">
              <a:rPr lang="zh-CN" altLang="en-US" smtClean="0"/>
              <a:t>9</a:t>
            </a:fld>
            <a:endParaRPr lang="zh-CN" altLang="en-US"/>
          </a:p>
        </p:txBody>
      </p:sp>
    </p:spTree>
    <p:extLst>
      <p:ext uri="{BB962C8B-B14F-4D97-AF65-F5344CB8AC3E}">
        <p14:creationId xmlns:p14="http://schemas.microsoft.com/office/powerpoint/2010/main" val="1462482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8F969-888A-4E5A-8AD2-6D7AC2513D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23A6BF-C986-7C01-019D-1F2D3F87B9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5B5CC3-4772-FD2C-6541-031E81373FB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08543DE-289A-7923-0F0C-E3B4DF6369F9}"/>
              </a:ext>
            </a:extLst>
          </p:cNvPr>
          <p:cNvSpPr>
            <a:spLocks noGrp="1"/>
          </p:cNvSpPr>
          <p:nvPr>
            <p:ph type="sldNum" sz="quarter" idx="10"/>
          </p:nvPr>
        </p:nvSpPr>
        <p:spPr/>
        <p:txBody>
          <a:bodyPr/>
          <a:lstStyle/>
          <a:p>
            <a:fld id="{3849D3E0-124D-4DFF-AE99-4EA4CC201DB4}" type="slidenum">
              <a:rPr lang="zh-CN" altLang="en-US" smtClean="0"/>
              <a:t>10</a:t>
            </a:fld>
            <a:endParaRPr lang="zh-CN" altLang="en-US"/>
          </a:p>
        </p:txBody>
      </p:sp>
    </p:spTree>
    <p:extLst>
      <p:ext uri="{BB962C8B-B14F-4D97-AF65-F5344CB8AC3E}">
        <p14:creationId xmlns:p14="http://schemas.microsoft.com/office/powerpoint/2010/main" val="3020647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BC072-359F-C3EF-B0A1-D6B97B493D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8108A6-0E2E-34CA-1258-36DEA950D3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D6E3997-3EFE-D405-ADA0-6DDE7C56AEE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744E18C-FF10-859D-D032-374FE8BBDB10}"/>
              </a:ext>
            </a:extLst>
          </p:cNvPr>
          <p:cNvSpPr>
            <a:spLocks noGrp="1"/>
          </p:cNvSpPr>
          <p:nvPr>
            <p:ph type="sldNum" sz="quarter" idx="10"/>
          </p:nvPr>
        </p:nvSpPr>
        <p:spPr/>
        <p:txBody>
          <a:bodyPr/>
          <a:lstStyle/>
          <a:p>
            <a:fld id="{3849D3E0-124D-4DFF-AE99-4EA4CC201DB4}" type="slidenum">
              <a:rPr lang="zh-CN" altLang="en-US" smtClean="0"/>
              <a:t>11</a:t>
            </a:fld>
            <a:endParaRPr lang="zh-CN" altLang="en-US"/>
          </a:p>
        </p:txBody>
      </p:sp>
    </p:spTree>
    <p:extLst>
      <p:ext uri="{BB962C8B-B14F-4D97-AF65-F5344CB8AC3E}">
        <p14:creationId xmlns:p14="http://schemas.microsoft.com/office/powerpoint/2010/main" val="3158121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12</a:t>
            </a:fld>
            <a:endParaRPr lang="zh-CN" altLang="en-US"/>
          </a:p>
        </p:txBody>
      </p:sp>
    </p:spTree>
    <p:extLst>
      <p:ext uri="{BB962C8B-B14F-4D97-AF65-F5344CB8AC3E}">
        <p14:creationId xmlns:p14="http://schemas.microsoft.com/office/powerpoint/2010/main" val="1451791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13</a:t>
            </a:fld>
            <a:endParaRPr lang="zh-CN" altLang="en-US"/>
          </a:p>
        </p:txBody>
      </p:sp>
    </p:spTree>
    <p:extLst>
      <p:ext uri="{BB962C8B-B14F-4D97-AF65-F5344CB8AC3E}">
        <p14:creationId xmlns:p14="http://schemas.microsoft.com/office/powerpoint/2010/main" val="497227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14</a:t>
            </a:fld>
            <a:endParaRPr lang="zh-CN" altLang="en-US"/>
          </a:p>
        </p:txBody>
      </p:sp>
    </p:spTree>
    <p:extLst>
      <p:ext uri="{BB962C8B-B14F-4D97-AF65-F5344CB8AC3E}">
        <p14:creationId xmlns:p14="http://schemas.microsoft.com/office/powerpoint/2010/main" val="14517910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15</a:t>
            </a:fld>
            <a:endParaRPr lang="zh-CN" altLang="en-US"/>
          </a:p>
        </p:txBody>
      </p:sp>
    </p:spTree>
    <p:extLst>
      <p:ext uri="{BB962C8B-B14F-4D97-AF65-F5344CB8AC3E}">
        <p14:creationId xmlns:p14="http://schemas.microsoft.com/office/powerpoint/2010/main" val="3360956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498EC-2DF3-1256-97AF-D57351D4DE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721CCE-94E8-90E9-DB4F-103232734D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156C99-00AB-FBE5-14F2-7B85622300C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A248430-15DE-1657-0DED-D547C4CE18F9}"/>
              </a:ext>
            </a:extLst>
          </p:cNvPr>
          <p:cNvSpPr>
            <a:spLocks noGrp="1"/>
          </p:cNvSpPr>
          <p:nvPr>
            <p:ph type="sldNum" sz="quarter" idx="10"/>
          </p:nvPr>
        </p:nvSpPr>
        <p:spPr/>
        <p:txBody>
          <a:bodyPr/>
          <a:lstStyle/>
          <a:p>
            <a:fld id="{3849D3E0-124D-4DFF-AE99-4EA4CC201DB4}" type="slidenum">
              <a:rPr lang="zh-CN" altLang="en-US" smtClean="0"/>
              <a:t>16</a:t>
            </a:fld>
            <a:endParaRPr lang="zh-CN" altLang="en-US"/>
          </a:p>
        </p:txBody>
      </p:sp>
    </p:spTree>
    <p:extLst>
      <p:ext uri="{BB962C8B-B14F-4D97-AF65-F5344CB8AC3E}">
        <p14:creationId xmlns:p14="http://schemas.microsoft.com/office/powerpoint/2010/main" val="10144922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BE05E-4729-BB3E-03BA-F6583BAC8B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B05799-CBE3-6DAB-9E75-273952E6BD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6E45CE-E255-699F-2FCC-06BCF2A51D0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000FE2F-AC2A-85DF-EDB3-859C7C496EFD}"/>
              </a:ext>
            </a:extLst>
          </p:cNvPr>
          <p:cNvSpPr>
            <a:spLocks noGrp="1"/>
          </p:cNvSpPr>
          <p:nvPr>
            <p:ph type="sldNum" sz="quarter" idx="10"/>
          </p:nvPr>
        </p:nvSpPr>
        <p:spPr/>
        <p:txBody>
          <a:bodyPr/>
          <a:lstStyle/>
          <a:p>
            <a:fld id="{3849D3E0-124D-4DFF-AE99-4EA4CC201DB4}" type="slidenum">
              <a:rPr lang="zh-CN" altLang="en-US" smtClean="0"/>
              <a:t>17</a:t>
            </a:fld>
            <a:endParaRPr lang="zh-CN" altLang="en-US"/>
          </a:p>
        </p:txBody>
      </p:sp>
    </p:spTree>
    <p:extLst>
      <p:ext uri="{BB962C8B-B14F-4D97-AF65-F5344CB8AC3E}">
        <p14:creationId xmlns:p14="http://schemas.microsoft.com/office/powerpoint/2010/main" val="3597543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0F2EB-E64C-23AA-4C2C-A9AED98B5B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46360C-F35A-ECB9-C324-6263856905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82C0B41-C270-498D-6EF6-6AB08DACCA7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49809AE-7A05-05D8-97C9-4973A1194CBA}"/>
              </a:ext>
            </a:extLst>
          </p:cNvPr>
          <p:cNvSpPr>
            <a:spLocks noGrp="1"/>
          </p:cNvSpPr>
          <p:nvPr>
            <p:ph type="sldNum" sz="quarter" idx="10"/>
          </p:nvPr>
        </p:nvSpPr>
        <p:spPr/>
        <p:txBody>
          <a:bodyPr/>
          <a:lstStyle/>
          <a:p>
            <a:fld id="{3849D3E0-124D-4DFF-AE99-4EA4CC201DB4}" type="slidenum">
              <a:rPr lang="zh-CN" altLang="en-US" smtClean="0"/>
              <a:t>18</a:t>
            </a:fld>
            <a:endParaRPr lang="zh-CN" altLang="en-US"/>
          </a:p>
        </p:txBody>
      </p:sp>
    </p:spTree>
    <p:extLst>
      <p:ext uri="{BB962C8B-B14F-4D97-AF65-F5344CB8AC3E}">
        <p14:creationId xmlns:p14="http://schemas.microsoft.com/office/powerpoint/2010/main" val="33117992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19</a:t>
            </a:fld>
            <a:endParaRPr lang="zh-CN" altLang="en-US"/>
          </a:p>
        </p:txBody>
      </p:sp>
    </p:spTree>
    <p:extLst>
      <p:ext uri="{BB962C8B-B14F-4D97-AF65-F5344CB8AC3E}">
        <p14:creationId xmlns:p14="http://schemas.microsoft.com/office/powerpoint/2010/main" val="1492279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 Id="rId4" Type="http://schemas.microsoft.com/office/2007/relationships/hdphoto" Target="../media/hdphoto1.wdp"/></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 Id="rId4" Type="http://schemas.microsoft.com/office/2007/relationships/hdphoto" Target="../media/hdphoto1.wdp"/></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 Id="rId4" Type="http://schemas.microsoft.com/office/2007/relationships/hdphoto" Target="../media/hdphoto1.wdp"/></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9.xml"/><Relationship Id="rId4" Type="http://schemas.microsoft.com/office/2007/relationships/hdphoto" Target="../media/hdphoto1.wdp"/></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802" y="1122624"/>
            <a:ext cx="9142810" cy="2388153"/>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3802" y="3602873"/>
            <a:ext cx="9142810" cy="165614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1036915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1875678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743" y="1710135"/>
            <a:ext cx="10514231" cy="2853398"/>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743" y="4590527"/>
            <a:ext cx="10514231" cy="150053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568261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091" y="1826048"/>
            <a:ext cx="5180926" cy="4352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396" y="1826048"/>
            <a:ext cx="5180926" cy="4352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82890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680" y="365211"/>
            <a:ext cx="10514231" cy="1325870"/>
          </a:xfrm>
        </p:spPr>
        <p:txBody>
          <a:bodyPr/>
          <a:lstStyle/>
          <a:p>
            <a:r>
              <a:rPr lang="zh-CN" altLang="en-US"/>
              <a:t>单击此处编辑母版标题样式</a:t>
            </a:r>
          </a:p>
        </p:txBody>
      </p:sp>
      <p:sp>
        <p:nvSpPr>
          <p:cNvPr id="3" name="文本占位符 2"/>
          <p:cNvSpPr>
            <a:spLocks noGrp="1"/>
          </p:cNvSpPr>
          <p:nvPr>
            <p:ph type="body" idx="1"/>
          </p:nvPr>
        </p:nvSpPr>
        <p:spPr>
          <a:xfrm>
            <a:off x="839679" y="1681553"/>
            <a:ext cx="5157116" cy="824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679" y="2505656"/>
            <a:ext cx="5157116" cy="3685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1398" y="1681553"/>
            <a:ext cx="5182513" cy="824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1398" y="2505656"/>
            <a:ext cx="5182513" cy="3685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859191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868750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239858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679" y="457307"/>
            <a:ext cx="3931725" cy="1600571"/>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2514" y="987654"/>
            <a:ext cx="6171397" cy="48747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679" y="2057877"/>
            <a:ext cx="3931725" cy="38124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2088435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679" y="457307"/>
            <a:ext cx="3931725" cy="1600571"/>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2514" y="987654"/>
            <a:ext cx="6171397" cy="487475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679" y="2057877"/>
            <a:ext cx="3931725" cy="38124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2226505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3873770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3764" y="365209"/>
            <a:ext cx="2628558" cy="581318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092" y="365209"/>
            <a:ext cx="7733293" cy="581318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2026/3/16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1292723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632798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83489971"/>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Tree>
    <p:extLst>
      <p:ext uri="{BB962C8B-B14F-4D97-AF65-F5344CB8AC3E}">
        <p14:creationId xmlns:p14="http://schemas.microsoft.com/office/powerpoint/2010/main" val="12554970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746453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2170962210"/>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Tree>
    <p:extLst>
      <p:ext uri="{BB962C8B-B14F-4D97-AF65-F5344CB8AC3E}">
        <p14:creationId xmlns:p14="http://schemas.microsoft.com/office/powerpoint/2010/main" val="27181684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9289329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1697907939"/>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Tree>
    <p:extLst>
      <p:ext uri="{BB962C8B-B14F-4D97-AF65-F5344CB8AC3E}">
        <p14:creationId xmlns:p14="http://schemas.microsoft.com/office/powerpoint/2010/main" val="22147381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903039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2945302849"/>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Tree>
    <p:extLst>
      <p:ext uri="{BB962C8B-B14F-4D97-AF65-F5344CB8AC3E}">
        <p14:creationId xmlns:p14="http://schemas.microsoft.com/office/powerpoint/2010/main" val="4162990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737292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1174124145"/>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Tree>
    <p:extLst>
      <p:ext uri="{BB962C8B-B14F-4D97-AF65-F5344CB8AC3E}">
        <p14:creationId xmlns:p14="http://schemas.microsoft.com/office/powerpoint/2010/main" val="21184742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29469444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1502747024"/>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Tree>
    <p:extLst>
      <p:ext uri="{BB962C8B-B14F-4D97-AF65-F5344CB8AC3E}">
        <p14:creationId xmlns:p14="http://schemas.microsoft.com/office/powerpoint/2010/main" val="33801515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35212940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218163827"/>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Tree>
    <p:extLst>
      <p:ext uri="{BB962C8B-B14F-4D97-AF65-F5344CB8AC3E}">
        <p14:creationId xmlns:p14="http://schemas.microsoft.com/office/powerpoint/2010/main" val="29321362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JM">
                <a:solidFill>
                  <a:prstClr val="white">
                    <a:lumMod val="65000"/>
                  </a:prstClr>
                </a:solidFill>
              </a:rPr>
              <a:t>WWW.DESIGNERSPARADISE.COM</a:t>
            </a:r>
            <a:endParaRPr lang="en-JM" dirty="0">
              <a:solidFill>
                <a:prstClr val="white">
                  <a:lumMod val="65000"/>
                </a:prstClr>
              </a:solidFill>
            </a:endParaRPr>
          </a:p>
        </p:txBody>
      </p:sp>
    </p:spTree>
    <p:extLst>
      <p:ext uri="{BB962C8B-B14F-4D97-AF65-F5344CB8AC3E}">
        <p14:creationId xmlns:p14="http://schemas.microsoft.com/office/powerpoint/2010/main" val="19639507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JM">
                <a:solidFill>
                  <a:prstClr val="white">
                    <a:lumMod val="65000"/>
                  </a:prstClr>
                </a:solidFill>
              </a:rPr>
              <a:t>xiaoer.yanj.cn</a:t>
            </a:r>
            <a:endParaRPr lang="en-JM"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extLst>
      <p:ext uri="{BB962C8B-B14F-4D97-AF65-F5344CB8AC3E}">
        <p14:creationId xmlns:p14="http://schemas.microsoft.com/office/powerpoint/2010/main" val="3552026902"/>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JM" sz="1800" b="0" i="0" u="none" strike="noStrike" kern="1200" cap="none" spc="0" normalizeH="0" baseline="0" noProof="0" dirty="0">
              <a:ln>
                <a:noFill/>
              </a:ln>
              <a:solidFill>
                <a:srgbClr val="F34F57"/>
              </a:solidFill>
              <a:effectLst/>
              <a:uLnTx/>
              <a:uFillTx/>
              <a:latin typeface="Calibri"/>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Tree>
    <p:extLst>
      <p:ext uri="{BB962C8B-B14F-4D97-AF65-F5344CB8AC3E}">
        <p14:creationId xmlns:p14="http://schemas.microsoft.com/office/powerpoint/2010/main" val="19159256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2" y="2130922"/>
            <a:ext cx="10361851" cy="1470365"/>
          </a:xfrm>
        </p:spPr>
        <p:txBody>
          <a:bodyPr/>
          <a:lstStyle/>
          <a:p>
            <a:r>
              <a:rPr lang="en-US"/>
              <a:t>Click to edit Master title style</a:t>
            </a:r>
          </a:p>
        </p:txBody>
      </p:sp>
      <p:sp>
        <p:nvSpPr>
          <p:cNvPr id="3" name="Subtitle 2"/>
          <p:cNvSpPr>
            <a:spLocks noGrp="1"/>
          </p:cNvSpPr>
          <p:nvPr>
            <p:ph type="subTitle" idx="1"/>
          </p:nvPr>
        </p:nvSpPr>
        <p:spPr>
          <a:xfrm>
            <a:off x="1828563" y="3887100"/>
            <a:ext cx="8533289" cy="1753006"/>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406E9206-D2D6-4057-92D4-39C87A03E66D}"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896262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C052E9E1-D97D-4C90-BB96-FA1ED58B786F}"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9115628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60" y="4407923"/>
            <a:ext cx="10361851" cy="1362390"/>
          </a:xfrm>
        </p:spPr>
        <p:txBody>
          <a:bodyPr anchor="t"/>
          <a:lstStyle>
            <a:lvl1pPr algn="l">
              <a:defRPr sz="5400" b="1" cap="all"/>
            </a:lvl1pPr>
          </a:lstStyle>
          <a:p>
            <a:r>
              <a:rPr lang="en-US"/>
              <a:t>Click to edit Master title style</a:t>
            </a:r>
          </a:p>
        </p:txBody>
      </p:sp>
      <p:sp>
        <p:nvSpPr>
          <p:cNvPr id="3" name="Text Placeholder 2"/>
          <p:cNvSpPr>
            <a:spLocks noGrp="1"/>
          </p:cNvSpPr>
          <p:nvPr>
            <p:ph type="body" idx="1"/>
          </p:nvPr>
        </p:nvSpPr>
        <p:spPr>
          <a:xfrm>
            <a:off x="962960" y="2907387"/>
            <a:ext cx="10361851" cy="1500534"/>
          </a:xfrm>
        </p:spPr>
        <p:txBody>
          <a:bodyPr anchor="b"/>
          <a:lstStyle>
            <a:lvl1pPr marL="0" indent="0">
              <a:buNone/>
              <a:defRPr sz="2700">
                <a:solidFill>
                  <a:schemeClr val="tx1">
                    <a:tint val="75000"/>
                  </a:schemeClr>
                </a:solidFill>
              </a:defRPr>
            </a:lvl1pPr>
            <a:lvl2pPr marL="609585" indent="0">
              <a:buNone/>
              <a:defRPr sz="2400">
                <a:solidFill>
                  <a:schemeClr val="tx1">
                    <a:tint val="75000"/>
                  </a:schemeClr>
                </a:solidFill>
              </a:defRPr>
            </a:lvl2pPr>
            <a:lvl3pPr marL="1219170" indent="0">
              <a:buNone/>
              <a:defRPr sz="2200">
                <a:solidFill>
                  <a:schemeClr val="tx1">
                    <a:tint val="75000"/>
                  </a:schemeClr>
                </a:solidFill>
              </a:defRPr>
            </a:lvl3pPr>
            <a:lvl4pPr marL="1828754" indent="0">
              <a:buNone/>
              <a:defRPr sz="1900">
                <a:solidFill>
                  <a:schemeClr val="tx1">
                    <a:tint val="75000"/>
                  </a:schemeClr>
                </a:solidFill>
              </a:defRPr>
            </a:lvl4pPr>
            <a:lvl5pPr marL="2438339" indent="0">
              <a:buNone/>
              <a:defRPr sz="1900">
                <a:solidFill>
                  <a:schemeClr val="tx1">
                    <a:tint val="75000"/>
                  </a:schemeClr>
                </a:solidFill>
              </a:defRPr>
            </a:lvl5pPr>
            <a:lvl6pPr marL="3047924" indent="0">
              <a:buNone/>
              <a:defRPr sz="1900">
                <a:solidFill>
                  <a:schemeClr val="tx1">
                    <a:tint val="75000"/>
                  </a:schemeClr>
                </a:solidFill>
              </a:defRPr>
            </a:lvl6pPr>
            <a:lvl7pPr marL="3657509" indent="0">
              <a:buNone/>
              <a:defRPr sz="1900">
                <a:solidFill>
                  <a:schemeClr val="tx1">
                    <a:tint val="75000"/>
                  </a:schemeClr>
                </a:solidFill>
              </a:defRPr>
            </a:lvl7pPr>
            <a:lvl8pPr marL="4267093" indent="0">
              <a:buNone/>
              <a:defRPr sz="1900">
                <a:solidFill>
                  <a:schemeClr val="tx1">
                    <a:tint val="75000"/>
                  </a:schemeClr>
                </a:solidFill>
              </a:defRPr>
            </a:lvl8pPr>
            <a:lvl9pPr marL="4876678"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14779EE-1E16-4CC5-A459-C716090F6017}"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6515700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522" y="1600572"/>
            <a:ext cx="5384099" cy="4527011"/>
          </a:xfrm>
        </p:spPr>
        <p:txBody>
          <a:bodyPr/>
          <a:lstStyle>
            <a:lvl1pPr>
              <a:defRPr sz="38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6794" y="1600572"/>
            <a:ext cx="5384099" cy="4527011"/>
          </a:xfrm>
        </p:spPr>
        <p:txBody>
          <a:bodyPr/>
          <a:lstStyle>
            <a:lvl1pPr>
              <a:defRPr sz="38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A3311C9F-D64E-4824-A709-CF61DE4E0BDD}"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696614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522" y="1535469"/>
            <a:ext cx="5386216" cy="639911"/>
          </a:xfrm>
        </p:spPr>
        <p:txBody>
          <a:bodyPr anchor="b"/>
          <a:lstStyle>
            <a:lvl1pPr marL="0" indent="0">
              <a:buNone/>
              <a:defRPr sz="3200" b="1"/>
            </a:lvl1pPr>
            <a:lvl2pPr marL="609585" indent="0">
              <a:buNone/>
              <a:defRPr sz="2700" b="1"/>
            </a:lvl2pPr>
            <a:lvl3pPr marL="1219170" indent="0">
              <a:buNone/>
              <a:defRPr sz="2400" b="1"/>
            </a:lvl3pPr>
            <a:lvl4pPr marL="1828754" indent="0">
              <a:buNone/>
              <a:defRPr sz="2200" b="1"/>
            </a:lvl4pPr>
            <a:lvl5pPr marL="2438339" indent="0">
              <a:buNone/>
              <a:defRPr sz="2200" b="1"/>
            </a:lvl5pPr>
            <a:lvl6pPr marL="3047924" indent="0">
              <a:buNone/>
              <a:defRPr sz="2200" b="1"/>
            </a:lvl6pPr>
            <a:lvl7pPr marL="3657509" indent="0">
              <a:buNone/>
              <a:defRPr sz="2200" b="1"/>
            </a:lvl7pPr>
            <a:lvl8pPr marL="4267093" indent="0">
              <a:buNone/>
              <a:defRPr sz="2200" b="1"/>
            </a:lvl8pPr>
            <a:lvl9pPr marL="4876678" indent="0">
              <a:buNone/>
              <a:defRPr sz="2200" b="1"/>
            </a:lvl9pPr>
          </a:lstStyle>
          <a:p>
            <a:pPr lvl="0"/>
            <a:r>
              <a:rPr lang="en-US"/>
              <a:t>Click to edit Master text styles</a:t>
            </a:r>
          </a:p>
        </p:txBody>
      </p:sp>
      <p:sp>
        <p:nvSpPr>
          <p:cNvPr id="4" name="Content Placeholder 3"/>
          <p:cNvSpPr>
            <a:spLocks noGrp="1"/>
          </p:cNvSpPr>
          <p:nvPr>
            <p:ph sz="half" idx="2"/>
          </p:nvPr>
        </p:nvSpPr>
        <p:spPr>
          <a:xfrm>
            <a:off x="609522" y="2175380"/>
            <a:ext cx="5386216" cy="3952203"/>
          </a:xfrm>
        </p:spPr>
        <p:txBody>
          <a:bodyPr/>
          <a:lstStyle>
            <a:lvl1pPr>
              <a:defRPr sz="3200"/>
            </a:lvl1pPr>
            <a:lvl2pPr>
              <a:defRPr sz="27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567" y="1535469"/>
            <a:ext cx="5388332" cy="639911"/>
          </a:xfrm>
        </p:spPr>
        <p:txBody>
          <a:bodyPr anchor="b"/>
          <a:lstStyle>
            <a:lvl1pPr marL="0" indent="0">
              <a:buNone/>
              <a:defRPr sz="3200" b="1"/>
            </a:lvl1pPr>
            <a:lvl2pPr marL="609585" indent="0">
              <a:buNone/>
              <a:defRPr sz="2700" b="1"/>
            </a:lvl2pPr>
            <a:lvl3pPr marL="1219170" indent="0">
              <a:buNone/>
              <a:defRPr sz="2400" b="1"/>
            </a:lvl3pPr>
            <a:lvl4pPr marL="1828754" indent="0">
              <a:buNone/>
              <a:defRPr sz="2200" b="1"/>
            </a:lvl4pPr>
            <a:lvl5pPr marL="2438339" indent="0">
              <a:buNone/>
              <a:defRPr sz="2200" b="1"/>
            </a:lvl5pPr>
            <a:lvl6pPr marL="3047924" indent="0">
              <a:buNone/>
              <a:defRPr sz="2200" b="1"/>
            </a:lvl6pPr>
            <a:lvl7pPr marL="3657509" indent="0">
              <a:buNone/>
              <a:defRPr sz="2200" b="1"/>
            </a:lvl7pPr>
            <a:lvl8pPr marL="4267093" indent="0">
              <a:buNone/>
              <a:defRPr sz="2200" b="1"/>
            </a:lvl8pPr>
            <a:lvl9pPr marL="4876678" indent="0">
              <a:buNone/>
              <a:defRPr sz="2200" b="1"/>
            </a:lvl9pPr>
          </a:lstStyle>
          <a:p>
            <a:pPr lvl="0"/>
            <a:r>
              <a:rPr lang="en-US"/>
              <a:t>Click to edit Master text styles</a:t>
            </a:r>
          </a:p>
        </p:txBody>
      </p:sp>
      <p:sp>
        <p:nvSpPr>
          <p:cNvPr id="6" name="Content Placeholder 5"/>
          <p:cNvSpPr>
            <a:spLocks noGrp="1"/>
          </p:cNvSpPr>
          <p:nvPr>
            <p:ph sz="quarter" idx="4"/>
          </p:nvPr>
        </p:nvSpPr>
        <p:spPr>
          <a:xfrm>
            <a:off x="6192567" y="2175380"/>
            <a:ext cx="5388332" cy="3952203"/>
          </a:xfrm>
        </p:spPr>
        <p:txBody>
          <a:bodyPr/>
          <a:lstStyle>
            <a:lvl1pPr>
              <a:defRPr sz="3200"/>
            </a:lvl1pPr>
            <a:lvl2pPr>
              <a:defRPr sz="27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0A4318BD-B3C6-4D4B-B871-C29490A2E55A}"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494143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E14CAFC4-799C-4CDE-B92B-8C262F06CF3E}"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840117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圆角矩形 4"/>
          <p:cNvSpPr/>
          <p:nvPr userDrawn="1"/>
        </p:nvSpPr>
        <p:spPr>
          <a:xfrm>
            <a:off x="1139485" y="1031497"/>
            <a:ext cx="9911444" cy="42900"/>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6" name="圆角矩形 5"/>
          <p:cNvSpPr/>
          <p:nvPr userDrawn="1"/>
        </p:nvSpPr>
        <p:spPr>
          <a:xfrm>
            <a:off x="5899289" y="6453393"/>
            <a:ext cx="391838" cy="22015"/>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panose="02010600030101010101" pitchFamily="2" charset="-122"/>
              <a:cs typeface="+mn-cs"/>
            </a:endParaRPr>
          </a:p>
        </p:txBody>
      </p:sp>
      <p:sp>
        <p:nvSpPr>
          <p:cNvPr id="7" name="日期占位符 6"/>
          <p:cNvSpPr>
            <a:spLocks noGrp="1"/>
          </p:cNvSpPr>
          <p:nvPr>
            <p:ph type="dt" sz="half" idx="10"/>
          </p:nvPr>
        </p:nvSpPr>
        <p:spPr/>
        <p:txBody>
          <a:bodyPr/>
          <a:lstStyle/>
          <a:p>
            <a:pPr>
              <a:defRPr/>
            </a:pPr>
            <a:fld id="{3E729073-8FFE-4F18-B513-07581FC6638E}"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9" name="灯片编号占位符 8"/>
          <p:cNvSpPr>
            <a:spLocks noGrp="1"/>
          </p:cNvSpPr>
          <p:nvPr>
            <p:ph type="sldNum" sz="quarter" idx="12"/>
          </p:nvPr>
        </p:nvSpPr>
        <p:spPr>
          <a:xfrm>
            <a:off x="4672992" y="6397708"/>
            <a:ext cx="2844430" cy="365210"/>
          </a:xfrm>
        </p:spPr>
        <p:txBody>
          <a:bodyPr/>
          <a:lstStyle>
            <a:lvl1pPr algn="ctr">
              <a:defRPr>
                <a:latin typeface="ITC Avant Garde Std Bk" panose="020B0502020202020204" pitchFamily="34" charset="0"/>
              </a:defRPr>
            </a:lvl1p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26968874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53215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4" y="273113"/>
            <a:ext cx="4010562" cy="1162320"/>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6113" y="273117"/>
            <a:ext cx="6814780" cy="5854468"/>
          </a:xfrm>
        </p:spPr>
        <p:txBody>
          <a:bodyPr/>
          <a:lstStyle>
            <a:lvl1pPr>
              <a:defRPr sz="4300"/>
            </a:lvl1pPr>
            <a:lvl2pPr>
              <a:defRPr sz="38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524" y="1435437"/>
            <a:ext cx="4010562" cy="4692149"/>
          </a:xfrm>
        </p:spPr>
        <p:txBody>
          <a:bodyPr/>
          <a:lstStyle>
            <a:lvl1pPr marL="0" indent="0">
              <a:buNone/>
              <a:defRPr sz="1900"/>
            </a:lvl1pPr>
            <a:lvl2pPr marL="609585" indent="0">
              <a:buNone/>
              <a:defRPr sz="1600"/>
            </a:lvl2pPr>
            <a:lvl3pPr marL="1219170" indent="0">
              <a:buNone/>
              <a:defRPr sz="1400"/>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3C7FCF6-76BD-4495-B08F-4C059D2BA31F}"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9712933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4801714"/>
            <a:ext cx="7314248" cy="566870"/>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89406" y="612918"/>
            <a:ext cx="7314248" cy="4115753"/>
          </a:xfrm>
        </p:spPr>
        <p:txBody>
          <a:bodyPr/>
          <a:lstStyle>
            <a:lvl1pPr marL="0" indent="0">
              <a:buNone/>
              <a:defRPr sz="4300"/>
            </a:lvl1pPr>
            <a:lvl2pPr marL="609585" indent="0">
              <a:buNone/>
              <a:defRPr sz="3800"/>
            </a:lvl2pPr>
            <a:lvl3pPr marL="1219170" indent="0">
              <a:buNone/>
              <a:defRPr sz="3200"/>
            </a:lvl3pPr>
            <a:lvl4pPr marL="1828754" indent="0">
              <a:buNone/>
              <a:defRPr sz="2700"/>
            </a:lvl4pPr>
            <a:lvl5pPr marL="2438339" indent="0">
              <a:buNone/>
              <a:defRPr sz="2700"/>
            </a:lvl5pPr>
            <a:lvl6pPr marL="3047924" indent="0">
              <a:buNone/>
              <a:defRPr sz="2700"/>
            </a:lvl6pPr>
            <a:lvl7pPr marL="3657509" indent="0">
              <a:buNone/>
              <a:defRPr sz="2700"/>
            </a:lvl7pPr>
            <a:lvl8pPr marL="4267093" indent="0">
              <a:buNone/>
              <a:defRPr sz="2700"/>
            </a:lvl8pPr>
            <a:lvl9pPr marL="4876678" indent="0">
              <a:buNone/>
              <a:defRPr sz="2700"/>
            </a:lvl9pPr>
          </a:lstStyle>
          <a:p>
            <a:endParaRPr lang="en-US" dirty="0"/>
          </a:p>
        </p:txBody>
      </p:sp>
      <p:sp>
        <p:nvSpPr>
          <p:cNvPr id="4" name="Text Placeholder 3"/>
          <p:cNvSpPr>
            <a:spLocks noGrp="1"/>
          </p:cNvSpPr>
          <p:nvPr>
            <p:ph type="body" sz="half" idx="2"/>
          </p:nvPr>
        </p:nvSpPr>
        <p:spPr>
          <a:xfrm>
            <a:off x="2389406" y="5368584"/>
            <a:ext cx="7314248" cy="805049"/>
          </a:xfrm>
        </p:spPr>
        <p:txBody>
          <a:bodyPr/>
          <a:lstStyle>
            <a:lvl1pPr marL="0" indent="0">
              <a:buNone/>
              <a:defRPr sz="1900"/>
            </a:lvl1pPr>
            <a:lvl2pPr marL="609585" indent="0">
              <a:buNone/>
              <a:defRPr sz="1600"/>
            </a:lvl2pPr>
            <a:lvl3pPr marL="1219170" indent="0">
              <a:buNone/>
              <a:defRPr sz="1400"/>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257577C-F53D-4BB9-9408-EB84DEB3CD80}"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40373267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77D58058-BD14-4845-947D-4A9B79A00D09}"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28385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050" y="274704"/>
            <a:ext cx="2742843" cy="58528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522" y="274704"/>
            <a:ext cx="8025355" cy="58528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18ECB469-C949-4E3F-B0CB-0C15DA7B7F92}"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400467118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1125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image" Target="../media/image1.jpg"/><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092" y="365211"/>
            <a:ext cx="10514231" cy="1325870"/>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092" y="1826048"/>
            <a:ext cx="10514231" cy="4352346"/>
          </a:xfrm>
          <a:prstGeom prst="rect">
            <a:avLst/>
          </a:prstGeom>
        </p:spPr>
        <p:txBody>
          <a:bodyPr vert="horz" lIns="91436" tIns="45718" rIns="91436" bIns="45718"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092" y="6357823"/>
            <a:ext cx="2742843" cy="365210"/>
          </a:xfrm>
          <a:prstGeom prst="rect">
            <a:avLst/>
          </a:prstGeom>
        </p:spPr>
        <p:txBody>
          <a:bodyPr vert="horz" lIns="91436" tIns="45718" rIns="91436" bIns="45718" rtlCol="0" anchor="ctr"/>
          <a:lstStyle>
            <a:lvl1pPr algn="l">
              <a:defRPr sz="1200">
                <a:solidFill>
                  <a:schemeClr val="tx1">
                    <a:tint val="75000"/>
                  </a:schemeClr>
                </a:solidFill>
              </a:defRPr>
            </a:lvl1pPr>
          </a:lstStyle>
          <a:p>
            <a:fld id="{4C4388EF-52D1-4258-9BE5-BCD010C7D4DE}" type="datetimeFigureOut">
              <a:rPr lang="zh-CN" altLang="en-US" smtClean="0"/>
              <a:t>2026/3/16</a:t>
            </a:fld>
            <a:endParaRPr lang="zh-CN" altLang="en-US"/>
          </a:p>
        </p:txBody>
      </p:sp>
      <p:sp>
        <p:nvSpPr>
          <p:cNvPr id="5" name="页脚占位符 4"/>
          <p:cNvSpPr>
            <a:spLocks noGrp="1"/>
          </p:cNvSpPr>
          <p:nvPr>
            <p:ph type="ftr" sz="quarter" idx="3"/>
          </p:nvPr>
        </p:nvSpPr>
        <p:spPr>
          <a:xfrm>
            <a:off x="4038075" y="6357823"/>
            <a:ext cx="4114264" cy="365210"/>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09480" y="6357823"/>
            <a:ext cx="2742843" cy="365210"/>
          </a:xfrm>
          <a:prstGeom prst="rect">
            <a:avLst/>
          </a:prstGeom>
        </p:spPr>
        <p:txBody>
          <a:bodyPr vert="horz" lIns="91436" tIns="45718" rIns="91436" bIns="45718" rtlCol="0" anchor="ctr"/>
          <a:lstStyle>
            <a:lvl1pPr algn="r">
              <a:defRPr sz="1200">
                <a:solidFill>
                  <a:schemeClr val="tx1">
                    <a:tint val="75000"/>
                  </a:schemeClr>
                </a:solidFill>
              </a:defRPr>
            </a:lvl1pPr>
          </a:lstStyle>
          <a:p>
            <a:fld id="{3D3EE65E-57D2-4566-898C-4F2076833F8D}" type="slidenum">
              <a:rPr lang="zh-CN" altLang="en-US" smtClean="0"/>
              <a:t>‹#›</a:t>
            </a:fld>
            <a:endParaRPr lang="zh-CN" altLang="en-US"/>
          </a:p>
        </p:txBody>
      </p:sp>
    </p:spTree>
    <p:extLst>
      <p:ext uri="{BB962C8B-B14F-4D97-AF65-F5344CB8AC3E}">
        <p14:creationId xmlns:p14="http://schemas.microsoft.com/office/powerpoint/2010/main" val="93402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7515703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1219170"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717608757"/>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hf hdr="0" ftr="0" dt="0"/>
  <p:txStyles>
    <p:titleStyle>
      <a:lvl1pPr algn="l" defTabSz="1219170"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3404781561"/>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Lst>
  <p:hf hdr="0" ftr="0" dt="0"/>
  <p:txStyles>
    <p:titleStyle>
      <a:lvl1pPr algn="l" defTabSz="1219170"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36394139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ftr="0" dt="0"/>
  <p:txStyles>
    <p:titleStyle>
      <a:lvl1pPr algn="l" defTabSz="1219170"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158920986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Lst>
  <p:hf hdr="0" ftr="0" dt="0"/>
  <p:txStyles>
    <p:titleStyle>
      <a:lvl1pPr algn="l" defTabSz="1219170"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198839385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Lst>
  <p:hf hdr="0" ftr="0" dt="0"/>
  <p:txStyles>
    <p:titleStyle>
      <a:lvl1pPr algn="l" defTabSz="1219170"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304848604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hf hdr="0" ftr="0" dt="0"/>
  <p:txStyles>
    <p:titleStyle>
      <a:lvl1pPr algn="l" defTabSz="1219170"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endParaRPr lang="en-JM" dirty="0"/>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JM" dirty="0"/>
          </a:p>
        </p:txBody>
      </p:sp>
      <p:sp>
        <p:nvSpPr>
          <p:cNvPr id="11" name="Freeform 5"/>
          <p:cNvSpPr>
            <a:spLocks/>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JM" smtClean="0">
                <a:solidFill>
                  <a:prstClr val="black">
                    <a:tint val="75000"/>
                  </a:prstClr>
                </a:solidFill>
              </a:rPr>
              <a:pPr>
                <a:defRPr/>
              </a:pPr>
              <a:t>16/3/2026</a:t>
            </a:fld>
            <a:endParaRPr lang="en-JM"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JM">
                <a:solidFill>
                  <a:prstClr val="white">
                    <a:lumMod val="65000"/>
                  </a:prstClr>
                </a:solidFill>
              </a:rPr>
              <a:t>WWW.DESIGNERSPARADISE.COM</a:t>
            </a:r>
            <a:endParaRPr lang="en-JM"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JM" smtClean="0">
                <a:solidFill>
                  <a:prstClr val="black">
                    <a:lumMod val="50000"/>
                    <a:lumOff val="50000"/>
                  </a:prstClr>
                </a:solidFill>
              </a:rPr>
              <a:pPr>
                <a:defRPr/>
              </a:pPr>
              <a:t>‹#›</a:t>
            </a:fld>
            <a:endParaRPr lang="en-JM" dirty="0">
              <a:solidFill>
                <a:prstClr val="black">
                  <a:lumMod val="50000"/>
                  <a:lumOff val="50000"/>
                </a:prstClr>
              </a:solidFill>
            </a:endParaRPr>
          </a:p>
        </p:txBody>
      </p:sp>
    </p:spTree>
    <p:extLst>
      <p:ext uri="{BB962C8B-B14F-4D97-AF65-F5344CB8AC3E}">
        <p14:creationId xmlns:p14="http://schemas.microsoft.com/office/powerpoint/2010/main" val="328471426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Lst>
  <p:hf hdr="0" ftr="0" dt="0"/>
  <p:txStyles>
    <p:titleStyle>
      <a:lvl1pPr algn="l" defTabSz="1219170"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189" indent="-457189" algn="l" defTabSz="1219170" rtl="0" eaLnBrk="1" latinLnBrk="0" hangingPunct="1">
        <a:spcBef>
          <a:spcPct val="20000"/>
        </a:spcBef>
        <a:buFont typeface="Arial" pitchFamily="34" charset="0"/>
        <a:buChar char="•"/>
        <a:defRPr sz="2700" kern="1200">
          <a:solidFill>
            <a:srgbClr val="17375E"/>
          </a:solidFill>
          <a:latin typeface="+mn-lt"/>
          <a:ea typeface="+mn-ea"/>
          <a:cs typeface="+mn-cs"/>
        </a:defRPr>
      </a:lvl1pPr>
      <a:lvl2pPr marL="990575" indent="-380990" algn="l" defTabSz="1219170" rtl="0" eaLnBrk="1" latinLnBrk="0" hangingPunct="1">
        <a:spcBef>
          <a:spcPct val="20000"/>
        </a:spcBef>
        <a:buFont typeface="Arial" pitchFamily="34" charset="0"/>
        <a:buChar char="–"/>
        <a:defRPr sz="2400" kern="1200">
          <a:solidFill>
            <a:srgbClr val="17375E"/>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2200" kern="1200">
          <a:solidFill>
            <a:srgbClr val="17375E"/>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1900" kern="1200">
          <a:solidFill>
            <a:srgbClr val="17375E"/>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21" y="27470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2"/>
            <a:ext cx="10971372" cy="4527011"/>
          </a:xfrm>
          <a:prstGeom prst="rect">
            <a:avLst/>
          </a:prstGeom>
        </p:spPr>
        <p:txBody>
          <a:bodyPr vert="horz" lIns="91436" tIns="45718" rIns="91436" bIns="457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521" y="6357825"/>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9196EC2F-0988-4314-AD4B-24FF16D7B45E}" type="datetime1">
              <a:rPr lang="en-US" altLang="zh-CN" smtClean="0">
                <a:solidFill>
                  <a:prstClr val="black">
                    <a:tint val="75000"/>
                  </a:prstClr>
                </a:solidFill>
              </a:rPr>
              <a:pPr>
                <a:defRPr/>
              </a:pPr>
              <a:t>3/16/2026</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57825"/>
            <a:ext cx="3860297" cy="365210"/>
          </a:xfrm>
          <a:prstGeom prst="rect">
            <a:avLst/>
          </a:prstGeom>
        </p:spPr>
        <p:txBody>
          <a:bodyPr vert="horz" lIns="91436" tIns="45718" rIns="91436" bIns="45718" rtlCol="0" anchor="ctr"/>
          <a:lstStyle>
            <a:lvl1pPr algn="ctr">
              <a:defRPr sz="1600">
                <a:solidFill>
                  <a:schemeClr val="tx1">
                    <a:tint val="75000"/>
                  </a:schemeClr>
                </a:solidFill>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736463" y="6357825"/>
            <a:ext cx="2844430" cy="365210"/>
          </a:xfrm>
          <a:prstGeom prst="rect">
            <a:avLst/>
          </a:prstGeom>
        </p:spPr>
        <p:txBody>
          <a:bodyPr vert="horz" lIns="91436" tIns="45718" rIns="91436" bIns="45718" rtlCol="0" anchor="ctr"/>
          <a:lstStyle>
            <a:lvl1pPr algn="r">
              <a:defRPr sz="1600">
                <a:solidFill>
                  <a:schemeClr val="tx1">
                    <a:tint val="75000"/>
                  </a:schemeClr>
                </a:solidFill>
              </a:defRPr>
            </a:lvl1pPr>
          </a:lstStyle>
          <a:p>
            <a:pPr>
              <a:defRPr/>
            </a:pPr>
            <a:fld id="{601EE9E8-4134-49B0-9AA7-3089E6521627}"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759065102"/>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Lst>
  <p:hf hdr="0" ftr="0" dt="0"/>
  <p:txStyles>
    <p:titleStyle>
      <a:lvl1pPr algn="ctr" defTabSz="1219170" rtl="0" eaLnBrk="1" latinLnBrk="0" hangingPunct="1">
        <a:spcBef>
          <a:spcPct val="0"/>
        </a:spcBef>
        <a:buNone/>
        <a:defRPr sz="5900"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800"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43.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椭圆 191"/>
          <p:cNvSpPr/>
          <p:nvPr/>
        </p:nvSpPr>
        <p:spPr>
          <a:xfrm>
            <a:off x="-1953301" y="5582230"/>
            <a:ext cx="4109802" cy="4109802"/>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93" name="椭圆 192"/>
          <p:cNvSpPr/>
          <p:nvPr/>
        </p:nvSpPr>
        <p:spPr>
          <a:xfrm>
            <a:off x="2843368" y="6358419"/>
            <a:ext cx="3336549" cy="3336549"/>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94" name="椭圆 193"/>
          <p:cNvSpPr/>
          <p:nvPr/>
        </p:nvSpPr>
        <p:spPr>
          <a:xfrm>
            <a:off x="1536043" y="6219076"/>
            <a:ext cx="1901316" cy="1901316"/>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95" name="椭圆 194"/>
          <p:cNvSpPr/>
          <p:nvPr/>
        </p:nvSpPr>
        <p:spPr>
          <a:xfrm>
            <a:off x="4683261" y="5885330"/>
            <a:ext cx="5029120" cy="502912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96" name="椭圆 195"/>
          <p:cNvSpPr/>
          <p:nvPr/>
        </p:nvSpPr>
        <p:spPr>
          <a:xfrm>
            <a:off x="10572637" y="5629445"/>
            <a:ext cx="2765086" cy="276508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97" name="椭圆 196"/>
          <p:cNvSpPr/>
          <p:nvPr/>
        </p:nvSpPr>
        <p:spPr>
          <a:xfrm>
            <a:off x="8159452" y="5971793"/>
            <a:ext cx="3381476" cy="3381476"/>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53" name="椭圆 152"/>
          <p:cNvSpPr/>
          <p:nvPr/>
        </p:nvSpPr>
        <p:spPr>
          <a:xfrm flipV="1">
            <a:off x="2364393" y="5409864"/>
            <a:ext cx="381402" cy="381540"/>
          </a:xfrm>
          <a:prstGeom prst="ellipse">
            <a:avLst/>
          </a:prstGeom>
          <a:noFill/>
          <a:ln w="28575">
            <a:solidFill>
              <a:srgbClr val="01ACBE"/>
            </a:solidFill>
          </a:ln>
          <a:effectLst>
            <a:outerShdw blurRad="330200" dir="2700000" sx="73000" sy="73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spcCol="0" rtlCol="0" anchor="ctr"/>
          <a:lstStyle/>
          <a:p>
            <a:pPr algn="ctr"/>
            <a:endParaRPr lang="zh-CN" altLang="en-US" dirty="0">
              <a:solidFill>
                <a:srgbClr val="01ACBE"/>
              </a:solidFill>
            </a:endParaRPr>
          </a:p>
        </p:txBody>
      </p:sp>
      <p:sp>
        <p:nvSpPr>
          <p:cNvPr id="154" name="TextBox 153"/>
          <p:cNvSpPr txBox="1"/>
          <p:nvPr/>
        </p:nvSpPr>
        <p:spPr>
          <a:xfrm>
            <a:off x="3273108" y="5219085"/>
            <a:ext cx="5915366" cy="630924"/>
          </a:xfrm>
          <a:prstGeom prst="rect">
            <a:avLst/>
          </a:prstGeom>
          <a:noFill/>
        </p:spPr>
        <p:txBody>
          <a:bodyPr wrap="none" lIns="91422" tIns="45711" rIns="91422" bIns="45711" rtlCol="0">
            <a:spAutoFit/>
          </a:bodyPr>
          <a:lstStyle/>
          <a:p>
            <a:r>
              <a:rPr lang="zh-CN" altLang="en-US" sz="3500" b="1" dirty="0">
                <a:solidFill>
                  <a:srgbClr val="01ACBE"/>
                </a:solidFill>
                <a:latin typeface="微软雅黑" pitchFamily="34" charset="-122"/>
                <a:ea typeface="微软雅黑" pitchFamily="34" charset="-122"/>
              </a:rPr>
              <a:t>演讲人：计算机</a:t>
            </a:r>
            <a:r>
              <a:rPr lang="en-US" altLang="zh-CN" sz="3500" b="1" dirty="0">
                <a:solidFill>
                  <a:srgbClr val="01ACBE"/>
                </a:solidFill>
                <a:latin typeface="微软雅黑" pitchFamily="34" charset="-122"/>
                <a:ea typeface="微软雅黑" pitchFamily="34" charset="-122"/>
              </a:rPr>
              <a:t>2301 </a:t>
            </a:r>
            <a:r>
              <a:rPr lang="zh-CN" altLang="en-US" sz="3500" b="1" dirty="0">
                <a:solidFill>
                  <a:srgbClr val="01ACBE"/>
                </a:solidFill>
                <a:latin typeface="微软雅黑" pitchFamily="34" charset="-122"/>
                <a:ea typeface="微软雅黑" pitchFamily="34" charset="-122"/>
              </a:rPr>
              <a:t>乔利锋</a:t>
            </a:r>
          </a:p>
        </p:txBody>
      </p:sp>
      <p:sp>
        <p:nvSpPr>
          <p:cNvPr id="155" name="椭圆 154"/>
          <p:cNvSpPr/>
          <p:nvPr/>
        </p:nvSpPr>
        <p:spPr>
          <a:xfrm flipV="1">
            <a:off x="2475164" y="5494733"/>
            <a:ext cx="211726" cy="211803"/>
          </a:xfrm>
          <a:prstGeom prst="ellipse">
            <a:avLst/>
          </a:prstGeom>
          <a:gradFill>
            <a:gsLst>
              <a:gs pos="0">
                <a:srgbClr val="108692"/>
              </a:gs>
              <a:gs pos="100000">
                <a:srgbClr val="16B2C1"/>
              </a:gs>
            </a:gsLst>
            <a:lin ang="5400000" scaled="0"/>
          </a:gra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spcCol="0" rtlCol="0" anchor="ctr"/>
          <a:lstStyle/>
          <a:p>
            <a:pPr algn="ctr"/>
            <a:endParaRPr lang="zh-CN" altLang="en-US" dirty="0">
              <a:solidFill>
                <a:srgbClr val="01ACBE"/>
              </a:solidFill>
            </a:endParaRPr>
          </a:p>
        </p:txBody>
      </p:sp>
      <p:sp>
        <p:nvSpPr>
          <p:cNvPr id="4" name="矩形 3">
            <a:extLst>
              <a:ext uri="{FF2B5EF4-FFF2-40B4-BE49-F238E27FC236}">
                <a16:creationId xmlns:a16="http://schemas.microsoft.com/office/drawing/2014/main" id="{7B524877-357C-ADF2-0E17-D78193199468}"/>
              </a:ext>
            </a:extLst>
          </p:cNvPr>
          <p:cNvSpPr/>
          <p:nvPr/>
        </p:nvSpPr>
        <p:spPr>
          <a:xfrm>
            <a:off x="3171825" y="4576679"/>
            <a:ext cx="5730874" cy="523210"/>
          </a:xfrm>
          <a:prstGeom prst="rect">
            <a:avLst/>
          </a:prstGeom>
        </p:spPr>
        <p:txBody>
          <a:bodyPr wrap="square" lIns="0" tIns="45715" rIns="91431" bIns="45715">
            <a:spAutoFit/>
          </a:bodyPr>
          <a:lstStyle/>
          <a:p>
            <a:pPr algn="ctr"/>
            <a:r>
              <a:rPr lang="zh-CN" altLang="en-US" sz="2800" dirty="0">
                <a:solidFill>
                  <a:srgbClr val="FF0000"/>
                </a:solidFill>
                <a:latin typeface="Impact" panose="020B0806030902050204" pitchFamily="34" charset="0"/>
                <a:ea typeface="宋体" charset="-122"/>
                <a:cs typeface="Arial" panose="020B0604020202020204" pitchFamily="34" charset="0"/>
              </a:rPr>
              <a:t>基于</a:t>
            </a:r>
            <a:r>
              <a:rPr lang="en-US" altLang="zh-CN" sz="2800" dirty="0">
                <a:solidFill>
                  <a:srgbClr val="FF0000"/>
                </a:solidFill>
                <a:latin typeface="Impact" panose="020B0806030902050204" pitchFamily="34" charset="0"/>
                <a:ea typeface="宋体" charset="-122"/>
                <a:cs typeface="Arial" panose="020B0604020202020204" pitchFamily="34" charset="0"/>
              </a:rPr>
              <a:t>YOLO</a:t>
            </a:r>
            <a:r>
              <a:rPr lang="zh-CN" altLang="en-US" sz="2800" dirty="0">
                <a:solidFill>
                  <a:srgbClr val="FF0000"/>
                </a:solidFill>
                <a:latin typeface="Impact" panose="020B0806030902050204" pitchFamily="34" charset="0"/>
                <a:ea typeface="宋体" charset="-122"/>
                <a:cs typeface="Arial" panose="020B0604020202020204" pitchFamily="34" charset="0"/>
              </a:rPr>
              <a:t>的水面漂浮物垃圾检测</a:t>
            </a:r>
          </a:p>
        </p:txBody>
      </p:sp>
      <p:pic>
        <p:nvPicPr>
          <p:cNvPr id="6" name="图片 5">
            <a:extLst>
              <a:ext uri="{FF2B5EF4-FFF2-40B4-BE49-F238E27FC236}">
                <a16:creationId xmlns:a16="http://schemas.microsoft.com/office/drawing/2014/main" id="{46960AD5-5AE3-552E-EBBB-36D00B40C4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83802" y="111000"/>
            <a:ext cx="7714080" cy="4465679"/>
          </a:xfrm>
          <a:prstGeom prst="rect">
            <a:avLst/>
          </a:prstGeom>
        </p:spPr>
      </p:pic>
    </p:spTree>
    <p:extLst>
      <p:ext uri="{BB962C8B-B14F-4D97-AF65-F5344CB8AC3E}">
        <p14:creationId xmlns:p14="http://schemas.microsoft.com/office/powerpoint/2010/main" val="2328306063"/>
      </p:ext>
    </p:extLst>
  </p:cSld>
  <p:clrMapOvr>
    <a:masterClrMapping/>
  </p:clrMapOvr>
  <p:transition spd="slow" advTm="195">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44000">
                                      <p:stCondLst>
                                        <p:cond delay="0"/>
                                      </p:stCondLst>
                                      <p:childTnLst>
                                        <p:set>
                                          <p:cBhvr>
                                            <p:cTn id="6" dur="1" fill="hold">
                                              <p:stCondLst>
                                                <p:cond delay="0"/>
                                              </p:stCondLst>
                                            </p:cTn>
                                            <p:tgtEl>
                                              <p:spTgt spid="154"/>
                                            </p:tgtEl>
                                            <p:attrNameLst>
                                              <p:attrName>style.visibility</p:attrName>
                                            </p:attrNameLst>
                                          </p:cBhvr>
                                          <p:to>
                                            <p:strVal val="visible"/>
                                          </p:to>
                                        </p:set>
                                        <p:anim calcmode="lin" valueType="num" p14:bounceEnd="44000">
                                          <p:cBhvr additive="base">
                                            <p:cTn id="7" dur="750" fill="hold"/>
                                            <p:tgtEl>
                                              <p:spTgt spid="154"/>
                                            </p:tgtEl>
                                            <p:attrNameLst>
                                              <p:attrName>ppt_x</p:attrName>
                                            </p:attrNameLst>
                                          </p:cBhvr>
                                          <p:tavLst>
                                            <p:tav tm="0">
                                              <p:val>
                                                <p:strVal val="1+#ppt_w/2"/>
                                              </p:val>
                                            </p:tav>
                                            <p:tav tm="100000">
                                              <p:val>
                                                <p:strVal val="#ppt_x"/>
                                              </p:val>
                                            </p:tav>
                                          </p:tavLst>
                                        </p:anim>
                                        <p:anim calcmode="lin" valueType="num" p14:bounceEnd="44000">
                                          <p:cBhvr additive="base">
                                            <p:cTn id="8" dur="750" fill="hold"/>
                                            <p:tgtEl>
                                              <p:spTgt spid="15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53"/>
                                            </p:tgtEl>
                                            <p:attrNameLst>
                                              <p:attrName>style.visibility</p:attrName>
                                            </p:attrNameLst>
                                          </p:cBhvr>
                                          <p:to>
                                            <p:strVal val="visible"/>
                                          </p:to>
                                        </p:set>
                                        <p:anim calcmode="lin" valueType="num">
                                          <p:cBhvr additive="base">
                                            <p:cTn id="11" dur="500" fill="hold"/>
                                            <p:tgtEl>
                                              <p:spTgt spid="153"/>
                                            </p:tgtEl>
                                            <p:attrNameLst>
                                              <p:attrName>ppt_x</p:attrName>
                                            </p:attrNameLst>
                                          </p:cBhvr>
                                          <p:tavLst>
                                            <p:tav tm="0">
                                              <p:val>
                                                <p:strVal val="1+#ppt_w/2"/>
                                              </p:val>
                                            </p:tav>
                                            <p:tav tm="100000">
                                              <p:val>
                                                <p:strVal val="#ppt_x"/>
                                              </p:val>
                                            </p:tav>
                                          </p:tavLst>
                                        </p:anim>
                                        <p:anim calcmode="lin" valueType="num">
                                          <p:cBhvr additive="base">
                                            <p:cTn id="12" dur="500" fill="hold"/>
                                            <p:tgtEl>
                                              <p:spTgt spid="153"/>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40000">
                                      <p:stCondLst>
                                        <p:cond delay="0"/>
                                      </p:stCondLst>
                                      <p:childTnLst>
                                        <p:set>
                                          <p:cBhvr>
                                            <p:cTn id="14" dur="1" fill="hold">
                                              <p:stCondLst>
                                                <p:cond delay="0"/>
                                              </p:stCondLst>
                                            </p:cTn>
                                            <p:tgtEl>
                                              <p:spTgt spid="155"/>
                                            </p:tgtEl>
                                            <p:attrNameLst>
                                              <p:attrName>style.visibility</p:attrName>
                                            </p:attrNameLst>
                                          </p:cBhvr>
                                          <p:to>
                                            <p:strVal val="visible"/>
                                          </p:to>
                                        </p:set>
                                        <p:anim calcmode="lin" valueType="num" p14:bounceEnd="40000">
                                          <p:cBhvr additive="base">
                                            <p:cTn id="15" dur="750" fill="hold"/>
                                            <p:tgtEl>
                                              <p:spTgt spid="155"/>
                                            </p:tgtEl>
                                            <p:attrNameLst>
                                              <p:attrName>ppt_x</p:attrName>
                                            </p:attrNameLst>
                                          </p:cBhvr>
                                          <p:tavLst>
                                            <p:tav tm="0">
                                              <p:val>
                                                <p:strVal val="1+#ppt_w/2"/>
                                              </p:val>
                                            </p:tav>
                                            <p:tav tm="100000">
                                              <p:val>
                                                <p:strVal val="#ppt_x"/>
                                              </p:val>
                                            </p:tav>
                                          </p:tavLst>
                                        </p:anim>
                                        <p:anim calcmode="lin" valueType="num" p14:bounceEnd="40000">
                                          <p:cBhvr additive="base">
                                            <p:cTn id="16" dur="750" fill="hold"/>
                                            <p:tgtEl>
                                              <p:spTgt spid="155"/>
                                            </p:tgtEl>
                                            <p:attrNameLst>
                                              <p:attrName>ppt_y</p:attrName>
                                            </p:attrNameLst>
                                          </p:cBhvr>
                                          <p:tavLst>
                                            <p:tav tm="0">
                                              <p:val>
                                                <p:strVal val="#ppt_y"/>
                                              </p:val>
                                            </p:tav>
                                            <p:tav tm="100000">
                                              <p:val>
                                                <p:strVal val="#ppt_y"/>
                                              </p:val>
                                            </p:tav>
                                          </p:tavLst>
                                        </p:anim>
                                      </p:childTnLst>
                                    </p:cTn>
                                  </p:par>
                                  <p:par>
                                    <p:cTn id="17" presetID="53" presetClass="entr" presetSubtype="16" fill="hold" grpId="0" nodeType="withEffect">
                                      <p:stCondLst>
                                        <p:cond delay="100"/>
                                      </p:stCondLst>
                                      <p:childTnLst>
                                        <p:set>
                                          <p:cBhvr>
                                            <p:cTn id="18" dur="1" fill="hold">
                                              <p:stCondLst>
                                                <p:cond delay="0"/>
                                              </p:stCondLst>
                                            </p:cTn>
                                            <p:tgtEl>
                                              <p:spTgt spid="192"/>
                                            </p:tgtEl>
                                            <p:attrNameLst>
                                              <p:attrName>style.visibility</p:attrName>
                                            </p:attrNameLst>
                                          </p:cBhvr>
                                          <p:to>
                                            <p:strVal val="visible"/>
                                          </p:to>
                                        </p:set>
                                        <p:anim calcmode="lin" valueType="num">
                                          <p:cBhvr>
                                            <p:cTn id="19" dur="300" fill="hold"/>
                                            <p:tgtEl>
                                              <p:spTgt spid="192"/>
                                            </p:tgtEl>
                                            <p:attrNameLst>
                                              <p:attrName>ppt_w</p:attrName>
                                            </p:attrNameLst>
                                          </p:cBhvr>
                                          <p:tavLst>
                                            <p:tav tm="0">
                                              <p:val>
                                                <p:fltVal val="0"/>
                                              </p:val>
                                            </p:tav>
                                            <p:tav tm="100000">
                                              <p:val>
                                                <p:strVal val="#ppt_w"/>
                                              </p:val>
                                            </p:tav>
                                          </p:tavLst>
                                        </p:anim>
                                        <p:anim calcmode="lin" valueType="num">
                                          <p:cBhvr>
                                            <p:cTn id="20" dur="300" fill="hold"/>
                                            <p:tgtEl>
                                              <p:spTgt spid="192"/>
                                            </p:tgtEl>
                                            <p:attrNameLst>
                                              <p:attrName>ppt_h</p:attrName>
                                            </p:attrNameLst>
                                          </p:cBhvr>
                                          <p:tavLst>
                                            <p:tav tm="0">
                                              <p:val>
                                                <p:fltVal val="0"/>
                                              </p:val>
                                            </p:tav>
                                            <p:tav tm="100000">
                                              <p:val>
                                                <p:strVal val="#ppt_h"/>
                                              </p:val>
                                            </p:tav>
                                          </p:tavLst>
                                        </p:anim>
                                        <p:animEffect transition="in" filter="fade">
                                          <p:cBhvr>
                                            <p:cTn id="21" dur="300"/>
                                            <p:tgtEl>
                                              <p:spTgt spid="192"/>
                                            </p:tgtEl>
                                          </p:cBhvr>
                                        </p:animEffect>
                                      </p:childTnLst>
                                    </p:cTn>
                                  </p:par>
                                  <p:par>
                                    <p:cTn id="22" presetID="6" presetClass="emph" presetSubtype="0" autoRev="1" fill="hold" grpId="1" nodeType="withEffect">
                                      <p:stCondLst>
                                        <p:cond delay="400"/>
                                      </p:stCondLst>
                                      <p:childTnLst>
                                        <p:animScale>
                                          <p:cBhvr>
                                            <p:cTn id="23" dur="150" fill="hold"/>
                                            <p:tgtEl>
                                              <p:spTgt spid="192"/>
                                            </p:tgtEl>
                                          </p:cBhvr>
                                          <p:by x="110000" y="110000"/>
                                        </p:animScale>
                                      </p:childTnLst>
                                    </p:cTn>
                                  </p:par>
                                  <p:par>
                                    <p:cTn id="24" presetID="53" presetClass="entr" presetSubtype="16" fill="hold" grpId="0" nodeType="withEffect">
                                      <p:stCondLst>
                                        <p:cond delay="600"/>
                                      </p:stCondLst>
                                      <p:childTnLst>
                                        <p:set>
                                          <p:cBhvr>
                                            <p:cTn id="25" dur="1" fill="hold">
                                              <p:stCondLst>
                                                <p:cond delay="0"/>
                                              </p:stCondLst>
                                            </p:cTn>
                                            <p:tgtEl>
                                              <p:spTgt spid="193"/>
                                            </p:tgtEl>
                                            <p:attrNameLst>
                                              <p:attrName>style.visibility</p:attrName>
                                            </p:attrNameLst>
                                          </p:cBhvr>
                                          <p:to>
                                            <p:strVal val="visible"/>
                                          </p:to>
                                        </p:set>
                                        <p:anim calcmode="lin" valueType="num">
                                          <p:cBhvr>
                                            <p:cTn id="26" dur="300" fill="hold"/>
                                            <p:tgtEl>
                                              <p:spTgt spid="193"/>
                                            </p:tgtEl>
                                            <p:attrNameLst>
                                              <p:attrName>ppt_w</p:attrName>
                                            </p:attrNameLst>
                                          </p:cBhvr>
                                          <p:tavLst>
                                            <p:tav tm="0">
                                              <p:val>
                                                <p:fltVal val="0"/>
                                              </p:val>
                                            </p:tav>
                                            <p:tav tm="100000">
                                              <p:val>
                                                <p:strVal val="#ppt_w"/>
                                              </p:val>
                                            </p:tav>
                                          </p:tavLst>
                                        </p:anim>
                                        <p:anim calcmode="lin" valueType="num">
                                          <p:cBhvr>
                                            <p:cTn id="27" dur="300" fill="hold"/>
                                            <p:tgtEl>
                                              <p:spTgt spid="193"/>
                                            </p:tgtEl>
                                            <p:attrNameLst>
                                              <p:attrName>ppt_h</p:attrName>
                                            </p:attrNameLst>
                                          </p:cBhvr>
                                          <p:tavLst>
                                            <p:tav tm="0">
                                              <p:val>
                                                <p:fltVal val="0"/>
                                              </p:val>
                                            </p:tav>
                                            <p:tav tm="100000">
                                              <p:val>
                                                <p:strVal val="#ppt_h"/>
                                              </p:val>
                                            </p:tav>
                                          </p:tavLst>
                                        </p:anim>
                                        <p:animEffect transition="in" filter="fade">
                                          <p:cBhvr>
                                            <p:cTn id="28" dur="300"/>
                                            <p:tgtEl>
                                              <p:spTgt spid="193"/>
                                            </p:tgtEl>
                                          </p:cBhvr>
                                        </p:animEffect>
                                      </p:childTnLst>
                                    </p:cTn>
                                  </p:par>
                                  <p:par>
                                    <p:cTn id="29" presetID="6" presetClass="emph" presetSubtype="0" autoRev="1" fill="hold" grpId="1" nodeType="withEffect">
                                      <p:stCondLst>
                                        <p:cond delay="900"/>
                                      </p:stCondLst>
                                      <p:childTnLst>
                                        <p:animScale>
                                          <p:cBhvr>
                                            <p:cTn id="30" dur="150" fill="hold"/>
                                            <p:tgtEl>
                                              <p:spTgt spid="193"/>
                                            </p:tgtEl>
                                          </p:cBhvr>
                                          <p:by x="110000" y="110000"/>
                                        </p:animScale>
                                      </p:childTnLst>
                                    </p:cTn>
                                  </p:par>
                                  <p:par>
                                    <p:cTn id="31" presetID="53" presetClass="entr" presetSubtype="16" fill="hold" grpId="0" nodeType="withEffect">
                                      <p:stCondLst>
                                        <p:cond delay="1100"/>
                                      </p:stCondLst>
                                      <p:childTnLst>
                                        <p:set>
                                          <p:cBhvr>
                                            <p:cTn id="32" dur="1" fill="hold">
                                              <p:stCondLst>
                                                <p:cond delay="0"/>
                                              </p:stCondLst>
                                            </p:cTn>
                                            <p:tgtEl>
                                              <p:spTgt spid="194"/>
                                            </p:tgtEl>
                                            <p:attrNameLst>
                                              <p:attrName>style.visibility</p:attrName>
                                            </p:attrNameLst>
                                          </p:cBhvr>
                                          <p:to>
                                            <p:strVal val="visible"/>
                                          </p:to>
                                        </p:set>
                                        <p:anim calcmode="lin" valueType="num">
                                          <p:cBhvr>
                                            <p:cTn id="33" dur="300" fill="hold"/>
                                            <p:tgtEl>
                                              <p:spTgt spid="194"/>
                                            </p:tgtEl>
                                            <p:attrNameLst>
                                              <p:attrName>ppt_w</p:attrName>
                                            </p:attrNameLst>
                                          </p:cBhvr>
                                          <p:tavLst>
                                            <p:tav tm="0">
                                              <p:val>
                                                <p:fltVal val="0"/>
                                              </p:val>
                                            </p:tav>
                                            <p:tav tm="100000">
                                              <p:val>
                                                <p:strVal val="#ppt_w"/>
                                              </p:val>
                                            </p:tav>
                                          </p:tavLst>
                                        </p:anim>
                                        <p:anim calcmode="lin" valueType="num">
                                          <p:cBhvr>
                                            <p:cTn id="34" dur="300" fill="hold"/>
                                            <p:tgtEl>
                                              <p:spTgt spid="194"/>
                                            </p:tgtEl>
                                            <p:attrNameLst>
                                              <p:attrName>ppt_h</p:attrName>
                                            </p:attrNameLst>
                                          </p:cBhvr>
                                          <p:tavLst>
                                            <p:tav tm="0">
                                              <p:val>
                                                <p:fltVal val="0"/>
                                              </p:val>
                                            </p:tav>
                                            <p:tav tm="100000">
                                              <p:val>
                                                <p:strVal val="#ppt_h"/>
                                              </p:val>
                                            </p:tav>
                                          </p:tavLst>
                                        </p:anim>
                                        <p:animEffect transition="in" filter="fade">
                                          <p:cBhvr>
                                            <p:cTn id="35" dur="300"/>
                                            <p:tgtEl>
                                              <p:spTgt spid="194"/>
                                            </p:tgtEl>
                                          </p:cBhvr>
                                        </p:animEffect>
                                      </p:childTnLst>
                                    </p:cTn>
                                  </p:par>
                                  <p:par>
                                    <p:cTn id="36" presetID="6" presetClass="emph" presetSubtype="0" autoRev="1" fill="hold" grpId="1" nodeType="withEffect">
                                      <p:stCondLst>
                                        <p:cond delay="1400"/>
                                      </p:stCondLst>
                                      <p:childTnLst>
                                        <p:animScale>
                                          <p:cBhvr>
                                            <p:cTn id="37" dur="150" fill="hold"/>
                                            <p:tgtEl>
                                              <p:spTgt spid="194"/>
                                            </p:tgtEl>
                                          </p:cBhvr>
                                          <p:by x="110000" y="110000"/>
                                        </p:animScale>
                                      </p:childTnLst>
                                    </p:cTn>
                                  </p:par>
                                  <p:par>
                                    <p:cTn id="38" presetID="53" presetClass="entr" presetSubtype="16" fill="hold" grpId="0" nodeType="withEffect">
                                      <p:stCondLst>
                                        <p:cond delay="1100"/>
                                      </p:stCondLst>
                                      <p:childTnLst>
                                        <p:set>
                                          <p:cBhvr>
                                            <p:cTn id="39" dur="1" fill="hold">
                                              <p:stCondLst>
                                                <p:cond delay="0"/>
                                              </p:stCondLst>
                                            </p:cTn>
                                            <p:tgtEl>
                                              <p:spTgt spid="195"/>
                                            </p:tgtEl>
                                            <p:attrNameLst>
                                              <p:attrName>style.visibility</p:attrName>
                                            </p:attrNameLst>
                                          </p:cBhvr>
                                          <p:to>
                                            <p:strVal val="visible"/>
                                          </p:to>
                                        </p:set>
                                        <p:anim calcmode="lin" valueType="num">
                                          <p:cBhvr>
                                            <p:cTn id="40" dur="300" fill="hold"/>
                                            <p:tgtEl>
                                              <p:spTgt spid="195"/>
                                            </p:tgtEl>
                                            <p:attrNameLst>
                                              <p:attrName>ppt_w</p:attrName>
                                            </p:attrNameLst>
                                          </p:cBhvr>
                                          <p:tavLst>
                                            <p:tav tm="0">
                                              <p:val>
                                                <p:fltVal val="0"/>
                                              </p:val>
                                            </p:tav>
                                            <p:tav tm="100000">
                                              <p:val>
                                                <p:strVal val="#ppt_w"/>
                                              </p:val>
                                            </p:tav>
                                          </p:tavLst>
                                        </p:anim>
                                        <p:anim calcmode="lin" valueType="num">
                                          <p:cBhvr>
                                            <p:cTn id="41" dur="300" fill="hold"/>
                                            <p:tgtEl>
                                              <p:spTgt spid="195"/>
                                            </p:tgtEl>
                                            <p:attrNameLst>
                                              <p:attrName>ppt_h</p:attrName>
                                            </p:attrNameLst>
                                          </p:cBhvr>
                                          <p:tavLst>
                                            <p:tav tm="0">
                                              <p:val>
                                                <p:fltVal val="0"/>
                                              </p:val>
                                            </p:tav>
                                            <p:tav tm="100000">
                                              <p:val>
                                                <p:strVal val="#ppt_h"/>
                                              </p:val>
                                            </p:tav>
                                          </p:tavLst>
                                        </p:anim>
                                        <p:animEffect transition="in" filter="fade">
                                          <p:cBhvr>
                                            <p:cTn id="42" dur="300"/>
                                            <p:tgtEl>
                                              <p:spTgt spid="195"/>
                                            </p:tgtEl>
                                          </p:cBhvr>
                                        </p:animEffect>
                                      </p:childTnLst>
                                    </p:cTn>
                                  </p:par>
                                  <p:par>
                                    <p:cTn id="43" presetID="6" presetClass="emph" presetSubtype="0" autoRev="1" fill="hold" grpId="1" nodeType="withEffect">
                                      <p:stCondLst>
                                        <p:cond delay="1400"/>
                                      </p:stCondLst>
                                      <p:childTnLst>
                                        <p:animScale>
                                          <p:cBhvr>
                                            <p:cTn id="44" dur="150" fill="hold"/>
                                            <p:tgtEl>
                                              <p:spTgt spid="195"/>
                                            </p:tgtEl>
                                          </p:cBhvr>
                                          <p:by x="110000" y="110000"/>
                                        </p:animScale>
                                      </p:childTnLst>
                                    </p:cTn>
                                  </p:par>
                                  <p:par>
                                    <p:cTn id="45" presetID="53" presetClass="entr" presetSubtype="16" fill="hold" grpId="0" nodeType="withEffect">
                                      <p:stCondLst>
                                        <p:cond delay="600"/>
                                      </p:stCondLst>
                                      <p:childTnLst>
                                        <p:set>
                                          <p:cBhvr>
                                            <p:cTn id="46" dur="1" fill="hold">
                                              <p:stCondLst>
                                                <p:cond delay="0"/>
                                              </p:stCondLst>
                                            </p:cTn>
                                            <p:tgtEl>
                                              <p:spTgt spid="196"/>
                                            </p:tgtEl>
                                            <p:attrNameLst>
                                              <p:attrName>style.visibility</p:attrName>
                                            </p:attrNameLst>
                                          </p:cBhvr>
                                          <p:to>
                                            <p:strVal val="visible"/>
                                          </p:to>
                                        </p:set>
                                        <p:anim calcmode="lin" valueType="num">
                                          <p:cBhvr>
                                            <p:cTn id="47" dur="300" fill="hold"/>
                                            <p:tgtEl>
                                              <p:spTgt spid="196"/>
                                            </p:tgtEl>
                                            <p:attrNameLst>
                                              <p:attrName>ppt_w</p:attrName>
                                            </p:attrNameLst>
                                          </p:cBhvr>
                                          <p:tavLst>
                                            <p:tav tm="0">
                                              <p:val>
                                                <p:fltVal val="0"/>
                                              </p:val>
                                            </p:tav>
                                            <p:tav tm="100000">
                                              <p:val>
                                                <p:strVal val="#ppt_w"/>
                                              </p:val>
                                            </p:tav>
                                          </p:tavLst>
                                        </p:anim>
                                        <p:anim calcmode="lin" valueType="num">
                                          <p:cBhvr>
                                            <p:cTn id="48" dur="300" fill="hold"/>
                                            <p:tgtEl>
                                              <p:spTgt spid="196"/>
                                            </p:tgtEl>
                                            <p:attrNameLst>
                                              <p:attrName>ppt_h</p:attrName>
                                            </p:attrNameLst>
                                          </p:cBhvr>
                                          <p:tavLst>
                                            <p:tav tm="0">
                                              <p:val>
                                                <p:fltVal val="0"/>
                                              </p:val>
                                            </p:tav>
                                            <p:tav tm="100000">
                                              <p:val>
                                                <p:strVal val="#ppt_h"/>
                                              </p:val>
                                            </p:tav>
                                          </p:tavLst>
                                        </p:anim>
                                        <p:animEffect transition="in" filter="fade">
                                          <p:cBhvr>
                                            <p:cTn id="49" dur="300"/>
                                            <p:tgtEl>
                                              <p:spTgt spid="196"/>
                                            </p:tgtEl>
                                          </p:cBhvr>
                                        </p:animEffect>
                                      </p:childTnLst>
                                    </p:cTn>
                                  </p:par>
                                  <p:par>
                                    <p:cTn id="50" presetID="6" presetClass="emph" presetSubtype="0" autoRev="1" fill="hold" grpId="1" nodeType="withEffect">
                                      <p:stCondLst>
                                        <p:cond delay="900"/>
                                      </p:stCondLst>
                                      <p:childTnLst>
                                        <p:animScale>
                                          <p:cBhvr>
                                            <p:cTn id="51" dur="150" fill="hold"/>
                                            <p:tgtEl>
                                              <p:spTgt spid="196"/>
                                            </p:tgtEl>
                                          </p:cBhvr>
                                          <p:by x="110000" y="110000"/>
                                        </p:animScale>
                                      </p:childTnLst>
                                    </p:cTn>
                                  </p:par>
                                  <p:par>
                                    <p:cTn id="52" presetID="53" presetClass="entr" presetSubtype="16" fill="hold" grpId="0" nodeType="withEffect">
                                      <p:stCondLst>
                                        <p:cond delay="100"/>
                                      </p:stCondLst>
                                      <p:childTnLst>
                                        <p:set>
                                          <p:cBhvr>
                                            <p:cTn id="53" dur="1" fill="hold">
                                              <p:stCondLst>
                                                <p:cond delay="0"/>
                                              </p:stCondLst>
                                            </p:cTn>
                                            <p:tgtEl>
                                              <p:spTgt spid="197"/>
                                            </p:tgtEl>
                                            <p:attrNameLst>
                                              <p:attrName>style.visibility</p:attrName>
                                            </p:attrNameLst>
                                          </p:cBhvr>
                                          <p:to>
                                            <p:strVal val="visible"/>
                                          </p:to>
                                        </p:set>
                                        <p:anim calcmode="lin" valueType="num">
                                          <p:cBhvr>
                                            <p:cTn id="54" dur="300" fill="hold"/>
                                            <p:tgtEl>
                                              <p:spTgt spid="197"/>
                                            </p:tgtEl>
                                            <p:attrNameLst>
                                              <p:attrName>ppt_w</p:attrName>
                                            </p:attrNameLst>
                                          </p:cBhvr>
                                          <p:tavLst>
                                            <p:tav tm="0">
                                              <p:val>
                                                <p:fltVal val="0"/>
                                              </p:val>
                                            </p:tav>
                                            <p:tav tm="100000">
                                              <p:val>
                                                <p:strVal val="#ppt_w"/>
                                              </p:val>
                                            </p:tav>
                                          </p:tavLst>
                                        </p:anim>
                                        <p:anim calcmode="lin" valueType="num">
                                          <p:cBhvr>
                                            <p:cTn id="55" dur="300" fill="hold"/>
                                            <p:tgtEl>
                                              <p:spTgt spid="197"/>
                                            </p:tgtEl>
                                            <p:attrNameLst>
                                              <p:attrName>ppt_h</p:attrName>
                                            </p:attrNameLst>
                                          </p:cBhvr>
                                          <p:tavLst>
                                            <p:tav tm="0">
                                              <p:val>
                                                <p:fltVal val="0"/>
                                              </p:val>
                                            </p:tav>
                                            <p:tav tm="100000">
                                              <p:val>
                                                <p:strVal val="#ppt_h"/>
                                              </p:val>
                                            </p:tav>
                                          </p:tavLst>
                                        </p:anim>
                                        <p:animEffect transition="in" filter="fade">
                                          <p:cBhvr>
                                            <p:cTn id="56" dur="300"/>
                                            <p:tgtEl>
                                              <p:spTgt spid="197"/>
                                            </p:tgtEl>
                                          </p:cBhvr>
                                        </p:animEffect>
                                      </p:childTnLst>
                                    </p:cTn>
                                  </p:par>
                                  <p:par>
                                    <p:cTn id="57" presetID="6" presetClass="emph" presetSubtype="0" autoRev="1" fill="hold" grpId="1" nodeType="withEffect">
                                      <p:stCondLst>
                                        <p:cond delay="400"/>
                                      </p:stCondLst>
                                      <p:childTnLst>
                                        <p:animScale>
                                          <p:cBhvr>
                                            <p:cTn id="58" dur="150" fill="hold"/>
                                            <p:tgtEl>
                                              <p:spTgt spid="197"/>
                                            </p:tgtEl>
                                          </p:cBhvr>
                                          <p:by x="110000" y="110000"/>
                                        </p:animScale>
                                      </p:childTnLst>
                                    </p:cTn>
                                  </p:par>
                                  <p:par>
                                    <p:cTn id="59" presetID="2" presetClass="entr" presetSubtype="2" fill="hold" grpId="0" nodeType="withEffect" p14:presetBounceEnd="58333">
                                      <p:stCondLst>
                                        <p:cond delay="800"/>
                                      </p:stCondLst>
                                      <p:childTnLst>
                                        <p:set>
                                          <p:cBhvr>
                                            <p:cTn id="60" dur="1" fill="hold">
                                              <p:stCondLst>
                                                <p:cond delay="0"/>
                                              </p:stCondLst>
                                            </p:cTn>
                                            <p:tgtEl>
                                              <p:spTgt spid="4"/>
                                            </p:tgtEl>
                                            <p:attrNameLst>
                                              <p:attrName>style.visibility</p:attrName>
                                            </p:attrNameLst>
                                          </p:cBhvr>
                                          <p:to>
                                            <p:strVal val="visible"/>
                                          </p:to>
                                        </p:set>
                                        <p:anim calcmode="lin" valueType="num" p14:bounceEnd="58333">
                                          <p:cBhvr additive="base">
                                            <p:cTn id="61" dur="600" fill="hold"/>
                                            <p:tgtEl>
                                              <p:spTgt spid="4"/>
                                            </p:tgtEl>
                                            <p:attrNameLst>
                                              <p:attrName>ppt_x</p:attrName>
                                            </p:attrNameLst>
                                          </p:cBhvr>
                                          <p:tavLst>
                                            <p:tav tm="0">
                                              <p:val>
                                                <p:strVal val="1+#ppt_w/2"/>
                                              </p:val>
                                            </p:tav>
                                            <p:tav tm="100000">
                                              <p:val>
                                                <p:strVal val="#ppt_x"/>
                                              </p:val>
                                            </p:tav>
                                          </p:tavLst>
                                        </p:anim>
                                        <p:anim calcmode="lin" valueType="num" p14:bounceEnd="58333">
                                          <p:cBhvr additive="base">
                                            <p:cTn id="62" dur="6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animBg="1"/>
          <p:bldP spid="192" grpId="1" animBg="1"/>
          <p:bldP spid="193" grpId="0" animBg="1"/>
          <p:bldP spid="193" grpId="1" animBg="1"/>
          <p:bldP spid="194" grpId="0" animBg="1"/>
          <p:bldP spid="194" grpId="1" animBg="1"/>
          <p:bldP spid="195" grpId="0" animBg="1"/>
          <p:bldP spid="195" grpId="1" animBg="1"/>
          <p:bldP spid="196" grpId="0" animBg="1"/>
          <p:bldP spid="196" grpId="1" animBg="1"/>
          <p:bldP spid="197" grpId="0" animBg="1"/>
          <p:bldP spid="197" grpId="1" animBg="1"/>
          <p:bldP spid="153" grpId="0" animBg="1"/>
          <p:bldP spid="154" grpId="0"/>
          <p:bldP spid="155" grpId="0" animBg="1"/>
          <p:bldP spid="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54"/>
                                            </p:tgtEl>
                                            <p:attrNameLst>
                                              <p:attrName>style.visibility</p:attrName>
                                            </p:attrNameLst>
                                          </p:cBhvr>
                                          <p:to>
                                            <p:strVal val="visible"/>
                                          </p:to>
                                        </p:set>
                                        <p:anim calcmode="lin" valueType="num">
                                          <p:cBhvr additive="base">
                                            <p:cTn id="7" dur="750" fill="hold"/>
                                            <p:tgtEl>
                                              <p:spTgt spid="154"/>
                                            </p:tgtEl>
                                            <p:attrNameLst>
                                              <p:attrName>ppt_x</p:attrName>
                                            </p:attrNameLst>
                                          </p:cBhvr>
                                          <p:tavLst>
                                            <p:tav tm="0">
                                              <p:val>
                                                <p:strVal val="1+#ppt_w/2"/>
                                              </p:val>
                                            </p:tav>
                                            <p:tav tm="100000">
                                              <p:val>
                                                <p:strVal val="#ppt_x"/>
                                              </p:val>
                                            </p:tav>
                                          </p:tavLst>
                                        </p:anim>
                                        <p:anim calcmode="lin" valueType="num">
                                          <p:cBhvr additive="base">
                                            <p:cTn id="8" dur="750" fill="hold"/>
                                            <p:tgtEl>
                                              <p:spTgt spid="15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53"/>
                                            </p:tgtEl>
                                            <p:attrNameLst>
                                              <p:attrName>style.visibility</p:attrName>
                                            </p:attrNameLst>
                                          </p:cBhvr>
                                          <p:to>
                                            <p:strVal val="visible"/>
                                          </p:to>
                                        </p:set>
                                        <p:anim calcmode="lin" valueType="num">
                                          <p:cBhvr additive="base">
                                            <p:cTn id="11" dur="500" fill="hold"/>
                                            <p:tgtEl>
                                              <p:spTgt spid="153"/>
                                            </p:tgtEl>
                                            <p:attrNameLst>
                                              <p:attrName>ppt_x</p:attrName>
                                            </p:attrNameLst>
                                          </p:cBhvr>
                                          <p:tavLst>
                                            <p:tav tm="0">
                                              <p:val>
                                                <p:strVal val="1+#ppt_w/2"/>
                                              </p:val>
                                            </p:tav>
                                            <p:tav tm="100000">
                                              <p:val>
                                                <p:strVal val="#ppt_x"/>
                                              </p:val>
                                            </p:tav>
                                          </p:tavLst>
                                        </p:anim>
                                        <p:anim calcmode="lin" valueType="num">
                                          <p:cBhvr additive="base">
                                            <p:cTn id="12" dur="500" fill="hold"/>
                                            <p:tgtEl>
                                              <p:spTgt spid="153"/>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55"/>
                                            </p:tgtEl>
                                            <p:attrNameLst>
                                              <p:attrName>style.visibility</p:attrName>
                                            </p:attrNameLst>
                                          </p:cBhvr>
                                          <p:to>
                                            <p:strVal val="visible"/>
                                          </p:to>
                                        </p:set>
                                        <p:anim calcmode="lin" valueType="num">
                                          <p:cBhvr additive="base">
                                            <p:cTn id="15" dur="750" fill="hold"/>
                                            <p:tgtEl>
                                              <p:spTgt spid="155"/>
                                            </p:tgtEl>
                                            <p:attrNameLst>
                                              <p:attrName>ppt_x</p:attrName>
                                            </p:attrNameLst>
                                          </p:cBhvr>
                                          <p:tavLst>
                                            <p:tav tm="0">
                                              <p:val>
                                                <p:strVal val="1+#ppt_w/2"/>
                                              </p:val>
                                            </p:tav>
                                            <p:tav tm="100000">
                                              <p:val>
                                                <p:strVal val="#ppt_x"/>
                                              </p:val>
                                            </p:tav>
                                          </p:tavLst>
                                        </p:anim>
                                        <p:anim calcmode="lin" valueType="num">
                                          <p:cBhvr additive="base">
                                            <p:cTn id="16" dur="750" fill="hold"/>
                                            <p:tgtEl>
                                              <p:spTgt spid="155"/>
                                            </p:tgtEl>
                                            <p:attrNameLst>
                                              <p:attrName>ppt_y</p:attrName>
                                            </p:attrNameLst>
                                          </p:cBhvr>
                                          <p:tavLst>
                                            <p:tav tm="0">
                                              <p:val>
                                                <p:strVal val="#ppt_y"/>
                                              </p:val>
                                            </p:tav>
                                            <p:tav tm="100000">
                                              <p:val>
                                                <p:strVal val="#ppt_y"/>
                                              </p:val>
                                            </p:tav>
                                          </p:tavLst>
                                        </p:anim>
                                      </p:childTnLst>
                                    </p:cTn>
                                  </p:par>
                                  <p:par>
                                    <p:cTn id="17" presetID="53" presetClass="entr" presetSubtype="16" fill="hold" grpId="0" nodeType="withEffect">
                                      <p:stCondLst>
                                        <p:cond delay="100"/>
                                      </p:stCondLst>
                                      <p:childTnLst>
                                        <p:set>
                                          <p:cBhvr>
                                            <p:cTn id="18" dur="1" fill="hold">
                                              <p:stCondLst>
                                                <p:cond delay="0"/>
                                              </p:stCondLst>
                                            </p:cTn>
                                            <p:tgtEl>
                                              <p:spTgt spid="192"/>
                                            </p:tgtEl>
                                            <p:attrNameLst>
                                              <p:attrName>style.visibility</p:attrName>
                                            </p:attrNameLst>
                                          </p:cBhvr>
                                          <p:to>
                                            <p:strVal val="visible"/>
                                          </p:to>
                                        </p:set>
                                        <p:anim calcmode="lin" valueType="num">
                                          <p:cBhvr>
                                            <p:cTn id="19" dur="300" fill="hold"/>
                                            <p:tgtEl>
                                              <p:spTgt spid="192"/>
                                            </p:tgtEl>
                                            <p:attrNameLst>
                                              <p:attrName>ppt_w</p:attrName>
                                            </p:attrNameLst>
                                          </p:cBhvr>
                                          <p:tavLst>
                                            <p:tav tm="0">
                                              <p:val>
                                                <p:fltVal val="0"/>
                                              </p:val>
                                            </p:tav>
                                            <p:tav tm="100000">
                                              <p:val>
                                                <p:strVal val="#ppt_w"/>
                                              </p:val>
                                            </p:tav>
                                          </p:tavLst>
                                        </p:anim>
                                        <p:anim calcmode="lin" valueType="num">
                                          <p:cBhvr>
                                            <p:cTn id="20" dur="300" fill="hold"/>
                                            <p:tgtEl>
                                              <p:spTgt spid="192"/>
                                            </p:tgtEl>
                                            <p:attrNameLst>
                                              <p:attrName>ppt_h</p:attrName>
                                            </p:attrNameLst>
                                          </p:cBhvr>
                                          <p:tavLst>
                                            <p:tav tm="0">
                                              <p:val>
                                                <p:fltVal val="0"/>
                                              </p:val>
                                            </p:tav>
                                            <p:tav tm="100000">
                                              <p:val>
                                                <p:strVal val="#ppt_h"/>
                                              </p:val>
                                            </p:tav>
                                          </p:tavLst>
                                        </p:anim>
                                        <p:animEffect transition="in" filter="fade">
                                          <p:cBhvr>
                                            <p:cTn id="21" dur="300"/>
                                            <p:tgtEl>
                                              <p:spTgt spid="192"/>
                                            </p:tgtEl>
                                          </p:cBhvr>
                                        </p:animEffect>
                                      </p:childTnLst>
                                    </p:cTn>
                                  </p:par>
                                  <p:par>
                                    <p:cTn id="22" presetID="6" presetClass="emph" presetSubtype="0" autoRev="1" fill="hold" grpId="1" nodeType="withEffect">
                                      <p:stCondLst>
                                        <p:cond delay="400"/>
                                      </p:stCondLst>
                                      <p:childTnLst>
                                        <p:animScale>
                                          <p:cBhvr>
                                            <p:cTn id="23" dur="150" fill="hold"/>
                                            <p:tgtEl>
                                              <p:spTgt spid="192"/>
                                            </p:tgtEl>
                                          </p:cBhvr>
                                          <p:by x="110000" y="110000"/>
                                        </p:animScale>
                                      </p:childTnLst>
                                    </p:cTn>
                                  </p:par>
                                  <p:par>
                                    <p:cTn id="24" presetID="53" presetClass="entr" presetSubtype="16" fill="hold" grpId="0" nodeType="withEffect">
                                      <p:stCondLst>
                                        <p:cond delay="600"/>
                                      </p:stCondLst>
                                      <p:childTnLst>
                                        <p:set>
                                          <p:cBhvr>
                                            <p:cTn id="25" dur="1" fill="hold">
                                              <p:stCondLst>
                                                <p:cond delay="0"/>
                                              </p:stCondLst>
                                            </p:cTn>
                                            <p:tgtEl>
                                              <p:spTgt spid="193"/>
                                            </p:tgtEl>
                                            <p:attrNameLst>
                                              <p:attrName>style.visibility</p:attrName>
                                            </p:attrNameLst>
                                          </p:cBhvr>
                                          <p:to>
                                            <p:strVal val="visible"/>
                                          </p:to>
                                        </p:set>
                                        <p:anim calcmode="lin" valueType="num">
                                          <p:cBhvr>
                                            <p:cTn id="26" dur="300" fill="hold"/>
                                            <p:tgtEl>
                                              <p:spTgt spid="193"/>
                                            </p:tgtEl>
                                            <p:attrNameLst>
                                              <p:attrName>ppt_w</p:attrName>
                                            </p:attrNameLst>
                                          </p:cBhvr>
                                          <p:tavLst>
                                            <p:tav tm="0">
                                              <p:val>
                                                <p:fltVal val="0"/>
                                              </p:val>
                                            </p:tav>
                                            <p:tav tm="100000">
                                              <p:val>
                                                <p:strVal val="#ppt_w"/>
                                              </p:val>
                                            </p:tav>
                                          </p:tavLst>
                                        </p:anim>
                                        <p:anim calcmode="lin" valueType="num">
                                          <p:cBhvr>
                                            <p:cTn id="27" dur="300" fill="hold"/>
                                            <p:tgtEl>
                                              <p:spTgt spid="193"/>
                                            </p:tgtEl>
                                            <p:attrNameLst>
                                              <p:attrName>ppt_h</p:attrName>
                                            </p:attrNameLst>
                                          </p:cBhvr>
                                          <p:tavLst>
                                            <p:tav tm="0">
                                              <p:val>
                                                <p:fltVal val="0"/>
                                              </p:val>
                                            </p:tav>
                                            <p:tav tm="100000">
                                              <p:val>
                                                <p:strVal val="#ppt_h"/>
                                              </p:val>
                                            </p:tav>
                                          </p:tavLst>
                                        </p:anim>
                                        <p:animEffect transition="in" filter="fade">
                                          <p:cBhvr>
                                            <p:cTn id="28" dur="300"/>
                                            <p:tgtEl>
                                              <p:spTgt spid="193"/>
                                            </p:tgtEl>
                                          </p:cBhvr>
                                        </p:animEffect>
                                      </p:childTnLst>
                                    </p:cTn>
                                  </p:par>
                                  <p:par>
                                    <p:cTn id="29" presetID="6" presetClass="emph" presetSubtype="0" autoRev="1" fill="hold" grpId="1" nodeType="withEffect">
                                      <p:stCondLst>
                                        <p:cond delay="900"/>
                                      </p:stCondLst>
                                      <p:childTnLst>
                                        <p:animScale>
                                          <p:cBhvr>
                                            <p:cTn id="30" dur="150" fill="hold"/>
                                            <p:tgtEl>
                                              <p:spTgt spid="193"/>
                                            </p:tgtEl>
                                          </p:cBhvr>
                                          <p:by x="110000" y="110000"/>
                                        </p:animScale>
                                      </p:childTnLst>
                                    </p:cTn>
                                  </p:par>
                                  <p:par>
                                    <p:cTn id="31" presetID="53" presetClass="entr" presetSubtype="16" fill="hold" grpId="0" nodeType="withEffect">
                                      <p:stCondLst>
                                        <p:cond delay="1100"/>
                                      </p:stCondLst>
                                      <p:childTnLst>
                                        <p:set>
                                          <p:cBhvr>
                                            <p:cTn id="32" dur="1" fill="hold">
                                              <p:stCondLst>
                                                <p:cond delay="0"/>
                                              </p:stCondLst>
                                            </p:cTn>
                                            <p:tgtEl>
                                              <p:spTgt spid="194"/>
                                            </p:tgtEl>
                                            <p:attrNameLst>
                                              <p:attrName>style.visibility</p:attrName>
                                            </p:attrNameLst>
                                          </p:cBhvr>
                                          <p:to>
                                            <p:strVal val="visible"/>
                                          </p:to>
                                        </p:set>
                                        <p:anim calcmode="lin" valueType="num">
                                          <p:cBhvr>
                                            <p:cTn id="33" dur="300" fill="hold"/>
                                            <p:tgtEl>
                                              <p:spTgt spid="194"/>
                                            </p:tgtEl>
                                            <p:attrNameLst>
                                              <p:attrName>ppt_w</p:attrName>
                                            </p:attrNameLst>
                                          </p:cBhvr>
                                          <p:tavLst>
                                            <p:tav tm="0">
                                              <p:val>
                                                <p:fltVal val="0"/>
                                              </p:val>
                                            </p:tav>
                                            <p:tav tm="100000">
                                              <p:val>
                                                <p:strVal val="#ppt_w"/>
                                              </p:val>
                                            </p:tav>
                                          </p:tavLst>
                                        </p:anim>
                                        <p:anim calcmode="lin" valueType="num">
                                          <p:cBhvr>
                                            <p:cTn id="34" dur="300" fill="hold"/>
                                            <p:tgtEl>
                                              <p:spTgt spid="194"/>
                                            </p:tgtEl>
                                            <p:attrNameLst>
                                              <p:attrName>ppt_h</p:attrName>
                                            </p:attrNameLst>
                                          </p:cBhvr>
                                          <p:tavLst>
                                            <p:tav tm="0">
                                              <p:val>
                                                <p:fltVal val="0"/>
                                              </p:val>
                                            </p:tav>
                                            <p:tav tm="100000">
                                              <p:val>
                                                <p:strVal val="#ppt_h"/>
                                              </p:val>
                                            </p:tav>
                                          </p:tavLst>
                                        </p:anim>
                                        <p:animEffect transition="in" filter="fade">
                                          <p:cBhvr>
                                            <p:cTn id="35" dur="300"/>
                                            <p:tgtEl>
                                              <p:spTgt spid="194"/>
                                            </p:tgtEl>
                                          </p:cBhvr>
                                        </p:animEffect>
                                      </p:childTnLst>
                                    </p:cTn>
                                  </p:par>
                                  <p:par>
                                    <p:cTn id="36" presetID="6" presetClass="emph" presetSubtype="0" autoRev="1" fill="hold" grpId="1" nodeType="withEffect">
                                      <p:stCondLst>
                                        <p:cond delay="1400"/>
                                      </p:stCondLst>
                                      <p:childTnLst>
                                        <p:animScale>
                                          <p:cBhvr>
                                            <p:cTn id="37" dur="150" fill="hold"/>
                                            <p:tgtEl>
                                              <p:spTgt spid="194"/>
                                            </p:tgtEl>
                                          </p:cBhvr>
                                          <p:by x="110000" y="110000"/>
                                        </p:animScale>
                                      </p:childTnLst>
                                    </p:cTn>
                                  </p:par>
                                  <p:par>
                                    <p:cTn id="38" presetID="53" presetClass="entr" presetSubtype="16" fill="hold" grpId="0" nodeType="withEffect">
                                      <p:stCondLst>
                                        <p:cond delay="1100"/>
                                      </p:stCondLst>
                                      <p:childTnLst>
                                        <p:set>
                                          <p:cBhvr>
                                            <p:cTn id="39" dur="1" fill="hold">
                                              <p:stCondLst>
                                                <p:cond delay="0"/>
                                              </p:stCondLst>
                                            </p:cTn>
                                            <p:tgtEl>
                                              <p:spTgt spid="195"/>
                                            </p:tgtEl>
                                            <p:attrNameLst>
                                              <p:attrName>style.visibility</p:attrName>
                                            </p:attrNameLst>
                                          </p:cBhvr>
                                          <p:to>
                                            <p:strVal val="visible"/>
                                          </p:to>
                                        </p:set>
                                        <p:anim calcmode="lin" valueType="num">
                                          <p:cBhvr>
                                            <p:cTn id="40" dur="300" fill="hold"/>
                                            <p:tgtEl>
                                              <p:spTgt spid="195"/>
                                            </p:tgtEl>
                                            <p:attrNameLst>
                                              <p:attrName>ppt_w</p:attrName>
                                            </p:attrNameLst>
                                          </p:cBhvr>
                                          <p:tavLst>
                                            <p:tav tm="0">
                                              <p:val>
                                                <p:fltVal val="0"/>
                                              </p:val>
                                            </p:tav>
                                            <p:tav tm="100000">
                                              <p:val>
                                                <p:strVal val="#ppt_w"/>
                                              </p:val>
                                            </p:tav>
                                          </p:tavLst>
                                        </p:anim>
                                        <p:anim calcmode="lin" valueType="num">
                                          <p:cBhvr>
                                            <p:cTn id="41" dur="300" fill="hold"/>
                                            <p:tgtEl>
                                              <p:spTgt spid="195"/>
                                            </p:tgtEl>
                                            <p:attrNameLst>
                                              <p:attrName>ppt_h</p:attrName>
                                            </p:attrNameLst>
                                          </p:cBhvr>
                                          <p:tavLst>
                                            <p:tav tm="0">
                                              <p:val>
                                                <p:fltVal val="0"/>
                                              </p:val>
                                            </p:tav>
                                            <p:tav tm="100000">
                                              <p:val>
                                                <p:strVal val="#ppt_h"/>
                                              </p:val>
                                            </p:tav>
                                          </p:tavLst>
                                        </p:anim>
                                        <p:animEffect transition="in" filter="fade">
                                          <p:cBhvr>
                                            <p:cTn id="42" dur="300"/>
                                            <p:tgtEl>
                                              <p:spTgt spid="195"/>
                                            </p:tgtEl>
                                          </p:cBhvr>
                                        </p:animEffect>
                                      </p:childTnLst>
                                    </p:cTn>
                                  </p:par>
                                  <p:par>
                                    <p:cTn id="43" presetID="6" presetClass="emph" presetSubtype="0" autoRev="1" fill="hold" grpId="1" nodeType="withEffect">
                                      <p:stCondLst>
                                        <p:cond delay="1400"/>
                                      </p:stCondLst>
                                      <p:childTnLst>
                                        <p:animScale>
                                          <p:cBhvr>
                                            <p:cTn id="44" dur="150" fill="hold"/>
                                            <p:tgtEl>
                                              <p:spTgt spid="195"/>
                                            </p:tgtEl>
                                          </p:cBhvr>
                                          <p:by x="110000" y="110000"/>
                                        </p:animScale>
                                      </p:childTnLst>
                                    </p:cTn>
                                  </p:par>
                                  <p:par>
                                    <p:cTn id="45" presetID="53" presetClass="entr" presetSubtype="16" fill="hold" grpId="0" nodeType="withEffect">
                                      <p:stCondLst>
                                        <p:cond delay="600"/>
                                      </p:stCondLst>
                                      <p:childTnLst>
                                        <p:set>
                                          <p:cBhvr>
                                            <p:cTn id="46" dur="1" fill="hold">
                                              <p:stCondLst>
                                                <p:cond delay="0"/>
                                              </p:stCondLst>
                                            </p:cTn>
                                            <p:tgtEl>
                                              <p:spTgt spid="196"/>
                                            </p:tgtEl>
                                            <p:attrNameLst>
                                              <p:attrName>style.visibility</p:attrName>
                                            </p:attrNameLst>
                                          </p:cBhvr>
                                          <p:to>
                                            <p:strVal val="visible"/>
                                          </p:to>
                                        </p:set>
                                        <p:anim calcmode="lin" valueType="num">
                                          <p:cBhvr>
                                            <p:cTn id="47" dur="300" fill="hold"/>
                                            <p:tgtEl>
                                              <p:spTgt spid="196"/>
                                            </p:tgtEl>
                                            <p:attrNameLst>
                                              <p:attrName>ppt_w</p:attrName>
                                            </p:attrNameLst>
                                          </p:cBhvr>
                                          <p:tavLst>
                                            <p:tav tm="0">
                                              <p:val>
                                                <p:fltVal val="0"/>
                                              </p:val>
                                            </p:tav>
                                            <p:tav tm="100000">
                                              <p:val>
                                                <p:strVal val="#ppt_w"/>
                                              </p:val>
                                            </p:tav>
                                          </p:tavLst>
                                        </p:anim>
                                        <p:anim calcmode="lin" valueType="num">
                                          <p:cBhvr>
                                            <p:cTn id="48" dur="300" fill="hold"/>
                                            <p:tgtEl>
                                              <p:spTgt spid="196"/>
                                            </p:tgtEl>
                                            <p:attrNameLst>
                                              <p:attrName>ppt_h</p:attrName>
                                            </p:attrNameLst>
                                          </p:cBhvr>
                                          <p:tavLst>
                                            <p:tav tm="0">
                                              <p:val>
                                                <p:fltVal val="0"/>
                                              </p:val>
                                            </p:tav>
                                            <p:tav tm="100000">
                                              <p:val>
                                                <p:strVal val="#ppt_h"/>
                                              </p:val>
                                            </p:tav>
                                          </p:tavLst>
                                        </p:anim>
                                        <p:animEffect transition="in" filter="fade">
                                          <p:cBhvr>
                                            <p:cTn id="49" dur="300"/>
                                            <p:tgtEl>
                                              <p:spTgt spid="196"/>
                                            </p:tgtEl>
                                          </p:cBhvr>
                                        </p:animEffect>
                                      </p:childTnLst>
                                    </p:cTn>
                                  </p:par>
                                  <p:par>
                                    <p:cTn id="50" presetID="6" presetClass="emph" presetSubtype="0" autoRev="1" fill="hold" grpId="1" nodeType="withEffect">
                                      <p:stCondLst>
                                        <p:cond delay="900"/>
                                      </p:stCondLst>
                                      <p:childTnLst>
                                        <p:animScale>
                                          <p:cBhvr>
                                            <p:cTn id="51" dur="150" fill="hold"/>
                                            <p:tgtEl>
                                              <p:spTgt spid="196"/>
                                            </p:tgtEl>
                                          </p:cBhvr>
                                          <p:by x="110000" y="110000"/>
                                        </p:animScale>
                                      </p:childTnLst>
                                    </p:cTn>
                                  </p:par>
                                  <p:par>
                                    <p:cTn id="52" presetID="53" presetClass="entr" presetSubtype="16" fill="hold" grpId="0" nodeType="withEffect">
                                      <p:stCondLst>
                                        <p:cond delay="100"/>
                                      </p:stCondLst>
                                      <p:childTnLst>
                                        <p:set>
                                          <p:cBhvr>
                                            <p:cTn id="53" dur="1" fill="hold">
                                              <p:stCondLst>
                                                <p:cond delay="0"/>
                                              </p:stCondLst>
                                            </p:cTn>
                                            <p:tgtEl>
                                              <p:spTgt spid="197"/>
                                            </p:tgtEl>
                                            <p:attrNameLst>
                                              <p:attrName>style.visibility</p:attrName>
                                            </p:attrNameLst>
                                          </p:cBhvr>
                                          <p:to>
                                            <p:strVal val="visible"/>
                                          </p:to>
                                        </p:set>
                                        <p:anim calcmode="lin" valueType="num">
                                          <p:cBhvr>
                                            <p:cTn id="54" dur="300" fill="hold"/>
                                            <p:tgtEl>
                                              <p:spTgt spid="197"/>
                                            </p:tgtEl>
                                            <p:attrNameLst>
                                              <p:attrName>ppt_w</p:attrName>
                                            </p:attrNameLst>
                                          </p:cBhvr>
                                          <p:tavLst>
                                            <p:tav tm="0">
                                              <p:val>
                                                <p:fltVal val="0"/>
                                              </p:val>
                                            </p:tav>
                                            <p:tav tm="100000">
                                              <p:val>
                                                <p:strVal val="#ppt_w"/>
                                              </p:val>
                                            </p:tav>
                                          </p:tavLst>
                                        </p:anim>
                                        <p:anim calcmode="lin" valueType="num">
                                          <p:cBhvr>
                                            <p:cTn id="55" dur="300" fill="hold"/>
                                            <p:tgtEl>
                                              <p:spTgt spid="197"/>
                                            </p:tgtEl>
                                            <p:attrNameLst>
                                              <p:attrName>ppt_h</p:attrName>
                                            </p:attrNameLst>
                                          </p:cBhvr>
                                          <p:tavLst>
                                            <p:tav tm="0">
                                              <p:val>
                                                <p:fltVal val="0"/>
                                              </p:val>
                                            </p:tav>
                                            <p:tav tm="100000">
                                              <p:val>
                                                <p:strVal val="#ppt_h"/>
                                              </p:val>
                                            </p:tav>
                                          </p:tavLst>
                                        </p:anim>
                                        <p:animEffect transition="in" filter="fade">
                                          <p:cBhvr>
                                            <p:cTn id="56" dur="300"/>
                                            <p:tgtEl>
                                              <p:spTgt spid="197"/>
                                            </p:tgtEl>
                                          </p:cBhvr>
                                        </p:animEffect>
                                      </p:childTnLst>
                                    </p:cTn>
                                  </p:par>
                                  <p:par>
                                    <p:cTn id="57" presetID="6" presetClass="emph" presetSubtype="0" autoRev="1" fill="hold" grpId="1" nodeType="withEffect">
                                      <p:stCondLst>
                                        <p:cond delay="400"/>
                                      </p:stCondLst>
                                      <p:childTnLst>
                                        <p:animScale>
                                          <p:cBhvr>
                                            <p:cTn id="58" dur="150" fill="hold"/>
                                            <p:tgtEl>
                                              <p:spTgt spid="197"/>
                                            </p:tgtEl>
                                          </p:cBhvr>
                                          <p:by x="110000" y="110000"/>
                                        </p:animScale>
                                      </p:childTnLst>
                                    </p:cTn>
                                  </p:par>
                                  <p:par>
                                    <p:cTn id="59" presetID="2" presetClass="entr" presetSubtype="2" fill="hold" grpId="0" nodeType="withEffect">
                                      <p:stCondLst>
                                        <p:cond delay="80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600" fill="hold"/>
                                            <p:tgtEl>
                                              <p:spTgt spid="4"/>
                                            </p:tgtEl>
                                            <p:attrNameLst>
                                              <p:attrName>ppt_x</p:attrName>
                                            </p:attrNameLst>
                                          </p:cBhvr>
                                          <p:tavLst>
                                            <p:tav tm="0">
                                              <p:val>
                                                <p:strVal val="1+#ppt_w/2"/>
                                              </p:val>
                                            </p:tav>
                                            <p:tav tm="100000">
                                              <p:val>
                                                <p:strVal val="#ppt_x"/>
                                              </p:val>
                                            </p:tav>
                                          </p:tavLst>
                                        </p:anim>
                                        <p:anim calcmode="lin" valueType="num">
                                          <p:cBhvr additive="base">
                                            <p:cTn id="62" dur="6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animBg="1"/>
          <p:bldP spid="192" grpId="1" animBg="1"/>
          <p:bldP spid="193" grpId="0" animBg="1"/>
          <p:bldP spid="193" grpId="1" animBg="1"/>
          <p:bldP spid="194" grpId="0" animBg="1"/>
          <p:bldP spid="194" grpId="1" animBg="1"/>
          <p:bldP spid="195" grpId="0" animBg="1"/>
          <p:bldP spid="195" grpId="1" animBg="1"/>
          <p:bldP spid="196" grpId="0" animBg="1"/>
          <p:bldP spid="196" grpId="1" animBg="1"/>
          <p:bldP spid="197" grpId="0" animBg="1"/>
          <p:bldP spid="197" grpId="1" animBg="1"/>
          <p:bldP spid="153" grpId="0" animBg="1"/>
          <p:bldP spid="154" grpId="0"/>
          <p:bldP spid="155" grpId="0" animBg="1"/>
          <p:bldP spid="4" grpId="0"/>
        </p:bldLst>
      </p:timing>
    </mc:Fallback>
  </mc:AlternateContent>
  <p:extLst>
    <p:ext uri="{E180D4A7-C9FB-4DFB-919C-405C955672EB}">
      <p14:showEvtLst xmlns:p14="http://schemas.microsoft.com/office/powerpoint/2010/main">
        <p14:playEvt time="142" objId="7"/>
        <p14:pauseEvt time="195" objId="7"/>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8" name="直接连接符 97"/>
          <p:cNvCxnSpPr/>
          <p:nvPr/>
        </p:nvCxnSpPr>
        <p:spPr>
          <a:xfrm>
            <a:off x="3851694" y="3370098"/>
            <a:ext cx="2754248" cy="1560136"/>
          </a:xfrm>
          <a:prstGeom prst="line">
            <a:avLst/>
          </a:prstGeom>
          <a:ln w="12700">
            <a:solidFill>
              <a:srgbClr val="01ACBE"/>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3711164" y="3370098"/>
            <a:ext cx="2910018" cy="483449"/>
          </a:xfrm>
          <a:prstGeom prst="line">
            <a:avLst/>
          </a:prstGeom>
          <a:ln w="12700">
            <a:solidFill>
              <a:srgbClr val="01ACBE"/>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3680684" y="2797903"/>
            <a:ext cx="2925258" cy="572195"/>
          </a:xfrm>
          <a:prstGeom prst="line">
            <a:avLst/>
          </a:prstGeom>
          <a:ln w="12700">
            <a:solidFill>
              <a:srgbClr val="01ACBE"/>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a:endCxn id="87" idx="1"/>
          </p:cNvCxnSpPr>
          <p:nvPr/>
        </p:nvCxnSpPr>
        <p:spPr>
          <a:xfrm flipV="1">
            <a:off x="3680684" y="1738193"/>
            <a:ext cx="2793053" cy="1631906"/>
          </a:xfrm>
          <a:prstGeom prst="line">
            <a:avLst/>
          </a:prstGeom>
          <a:ln w="12700">
            <a:solidFill>
              <a:srgbClr val="01ACBE"/>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1953301" y="5582230"/>
            <a:ext cx="4109802" cy="4109802"/>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7" name="椭圆 36"/>
          <p:cNvSpPr/>
          <p:nvPr/>
        </p:nvSpPr>
        <p:spPr>
          <a:xfrm>
            <a:off x="2843368" y="6358419"/>
            <a:ext cx="3336549" cy="3336549"/>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8" name="椭圆 37"/>
          <p:cNvSpPr/>
          <p:nvPr/>
        </p:nvSpPr>
        <p:spPr>
          <a:xfrm>
            <a:off x="1536043" y="6219076"/>
            <a:ext cx="1901316" cy="1901316"/>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9" name="椭圆 38"/>
          <p:cNvSpPr/>
          <p:nvPr/>
        </p:nvSpPr>
        <p:spPr>
          <a:xfrm>
            <a:off x="4678430" y="6253018"/>
            <a:ext cx="5029120" cy="502912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0" name="椭圆 39"/>
          <p:cNvSpPr/>
          <p:nvPr/>
        </p:nvSpPr>
        <p:spPr>
          <a:xfrm>
            <a:off x="10572637" y="5629445"/>
            <a:ext cx="2765086" cy="276508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1" name="椭圆 40"/>
          <p:cNvSpPr/>
          <p:nvPr/>
        </p:nvSpPr>
        <p:spPr>
          <a:xfrm>
            <a:off x="8159452" y="5971793"/>
            <a:ext cx="3381476" cy="3381476"/>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86" name="椭圆 85"/>
          <p:cNvSpPr/>
          <p:nvPr/>
        </p:nvSpPr>
        <p:spPr>
          <a:xfrm>
            <a:off x="6201348" y="1349724"/>
            <a:ext cx="831344" cy="831344"/>
          </a:xfrm>
          <a:prstGeom prst="ellipse">
            <a:avLst/>
          </a:prstGeom>
          <a:gradFill flip="none" rotWithShape="1">
            <a:gsLst>
              <a:gs pos="90000">
                <a:srgbClr val="138F81"/>
              </a:gs>
              <a:gs pos="30000">
                <a:srgbClr val="19BAA9"/>
              </a:gs>
            </a:gsLst>
            <a:lin ang="2700000" scaled="1"/>
            <a:tileRect/>
          </a:gradFill>
          <a:ln w="25400">
            <a:gradFill>
              <a:gsLst>
                <a:gs pos="0">
                  <a:srgbClr val="138F81"/>
                </a:gs>
                <a:gs pos="100000">
                  <a:srgbClr val="19BAA9"/>
                </a:gs>
              </a:gsLst>
              <a:lin ang="5400000" scaled="0"/>
            </a:gradFill>
          </a:ln>
          <a:effectLst>
            <a:outerShdw blurRad="254000" dist="1270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87" name="TextBox 86"/>
          <p:cNvSpPr txBox="1"/>
          <p:nvPr/>
        </p:nvSpPr>
        <p:spPr>
          <a:xfrm>
            <a:off x="6473737" y="1415032"/>
            <a:ext cx="317046" cy="646321"/>
          </a:xfrm>
          <a:prstGeom prst="rect">
            <a:avLst/>
          </a:prstGeom>
          <a:noFill/>
        </p:spPr>
        <p:txBody>
          <a:bodyPr wrap="square" lIns="91431" tIns="45715" rIns="91431" bIns="45715" rtlCol="0">
            <a:spAutoFit/>
          </a:bodyPr>
          <a:lstStyle/>
          <a:p>
            <a:pPr algn="ctr"/>
            <a:r>
              <a:rPr lang="en-US" altLang="zh-CN" sz="3600" dirty="0">
                <a:solidFill>
                  <a:schemeClr val="bg1"/>
                </a:solidFill>
                <a:latin typeface="Impact" panose="020B0806030902050204" pitchFamily="34" charset="0"/>
              </a:rPr>
              <a:t>A</a:t>
            </a:r>
            <a:endParaRPr lang="zh-CN" altLang="en-US" sz="3600" dirty="0">
              <a:solidFill>
                <a:schemeClr val="bg1"/>
              </a:solidFill>
              <a:latin typeface="Impact" panose="020B0806030902050204" pitchFamily="34" charset="0"/>
            </a:endParaRPr>
          </a:p>
        </p:txBody>
      </p:sp>
      <p:sp>
        <p:nvSpPr>
          <p:cNvPr id="88" name="椭圆 87"/>
          <p:cNvSpPr/>
          <p:nvPr/>
        </p:nvSpPr>
        <p:spPr>
          <a:xfrm>
            <a:off x="6190270" y="2403641"/>
            <a:ext cx="831344" cy="831344"/>
          </a:xfrm>
          <a:prstGeom prst="ellipse">
            <a:avLst/>
          </a:prstGeom>
          <a:gradFill flip="none" rotWithShape="1">
            <a:gsLst>
              <a:gs pos="90000">
                <a:srgbClr val="E33F24"/>
              </a:gs>
              <a:gs pos="30000">
                <a:srgbClr val="F26434"/>
              </a:gs>
            </a:gsLst>
            <a:lin ang="2700000" scaled="1"/>
            <a:tileRect/>
          </a:gradFill>
          <a:ln w="25400">
            <a:gradFill>
              <a:gsLst>
                <a:gs pos="0">
                  <a:srgbClr val="E33F24"/>
                </a:gs>
                <a:gs pos="100000">
                  <a:srgbClr val="F26434"/>
                </a:gs>
              </a:gsLst>
              <a:lin ang="5400000" scaled="0"/>
            </a:gradFill>
          </a:ln>
          <a:effectLst>
            <a:outerShdw blurRad="254000" dist="1270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89" name="TextBox 88"/>
          <p:cNvSpPr txBox="1"/>
          <p:nvPr/>
        </p:nvSpPr>
        <p:spPr>
          <a:xfrm>
            <a:off x="6462659" y="2468949"/>
            <a:ext cx="317046" cy="646321"/>
          </a:xfrm>
          <a:prstGeom prst="rect">
            <a:avLst/>
          </a:prstGeom>
          <a:noFill/>
        </p:spPr>
        <p:txBody>
          <a:bodyPr wrap="square" lIns="91431" tIns="45715" rIns="91431" bIns="45715" rtlCol="0">
            <a:spAutoFit/>
          </a:bodyPr>
          <a:lstStyle/>
          <a:p>
            <a:pPr algn="ctr"/>
            <a:r>
              <a:rPr lang="en-US" altLang="zh-CN" sz="3600" dirty="0">
                <a:solidFill>
                  <a:schemeClr val="bg1"/>
                </a:solidFill>
                <a:latin typeface="Impact" panose="020B0806030902050204" pitchFamily="34" charset="0"/>
              </a:rPr>
              <a:t>B</a:t>
            </a:r>
            <a:endParaRPr lang="zh-CN" altLang="en-US" sz="3600" dirty="0">
              <a:solidFill>
                <a:schemeClr val="bg1"/>
              </a:solidFill>
              <a:latin typeface="Impact" panose="020B0806030902050204" pitchFamily="34" charset="0"/>
            </a:endParaRPr>
          </a:p>
        </p:txBody>
      </p:sp>
      <p:sp>
        <p:nvSpPr>
          <p:cNvPr id="90" name="椭圆 89"/>
          <p:cNvSpPr/>
          <p:nvPr/>
        </p:nvSpPr>
        <p:spPr>
          <a:xfrm>
            <a:off x="6190270" y="3476778"/>
            <a:ext cx="831344" cy="831344"/>
          </a:xfrm>
          <a:prstGeom prst="ellipse">
            <a:avLst/>
          </a:prstGeom>
          <a:gradFill flip="none" rotWithShape="1">
            <a:gsLst>
              <a:gs pos="90000">
                <a:srgbClr val="89A13D"/>
              </a:gs>
              <a:gs pos="30000">
                <a:srgbClr val="B2D138"/>
              </a:gs>
            </a:gsLst>
            <a:lin ang="2700000" scaled="1"/>
            <a:tileRect/>
          </a:gradFill>
          <a:ln w="25400">
            <a:gradFill>
              <a:gsLst>
                <a:gs pos="0">
                  <a:srgbClr val="89A13D"/>
                </a:gs>
                <a:gs pos="100000">
                  <a:srgbClr val="B2D138"/>
                </a:gs>
              </a:gsLst>
              <a:lin ang="5400000" scaled="0"/>
            </a:gradFill>
          </a:ln>
          <a:effectLst>
            <a:outerShdw blurRad="254000" dist="1270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91" name="TextBox 90"/>
          <p:cNvSpPr txBox="1"/>
          <p:nvPr/>
        </p:nvSpPr>
        <p:spPr>
          <a:xfrm>
            <a:off x="6462659" y="3542085"/>
            <a:ext cx="317046" cy="646321"/>
          </a:xfrm>
          <a:prstGeom prst="rect">
            <a:avLst/>
          </a:prstGeom>
          <a:noFill/>
        </p:spPr>
        <p:txBody>
          <a:bodyPr wrap="square" lIns="91431" tIns="45715" rIns="91431" bIns="45715" rtlCol="0">
            <a:spAutoFit/>
          </a:bodyPr>
          <a:lstStyle/>
          <a:p>
            <a:pPr algn="ctr"/>
            <a:r>
              <a:rPr lang="en-US" altLang="zh-CN" sz="3600" dirty="0">
                <a:solidFill>
                  <a:schemeClr val="bg1"/>
                </a:solidFill>
                <a:latin typeface="Impact" panose="020B0806030902050204" pitchFamily="34" charset="0"/>
              </a:rPr>
              <a:t>C</a:t>
            </a:r>
            <a:endParaRPr lang="zh-CN" altLang="en-US" sz="3600" dirty="0">
              <a:solidFill>
                <a:schemeClr val="bg1"/>
              </a:solidFill>
              <a:latin typeface="Impact" panose="020B0806030902050204" pitchFamily="34" charset="0"/>
            </a:endParaRPr>
          </a:p>
        </p:txBody>
      </p:sp>
      <p:sp>
        <p:nvSpPr>
          <p:cNvPr id="92" name="椭圆 91"/>
          <p:cNvSpPr/>
          <p:nvPr/>
        </p:nvSpPr>
        <p:spPr>
          <a:xfrm>
            <a:off x="6190270" y="4514562"/>
            <a:ext cx="831344" cy="831344"/>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1270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93" name="TextBox 92"/>
          <p:cNvSpPr txBox="1"/>
          <p:nvPr/>
        </p:nvSpPr>
        <p:spPr>
          <a:xfrm>
            <a:off x="6462659" y="4579869"/>
            <a:ext cx="317046" cy="646321"/>
          </a:xfrm>
          <a:prstGeom prst="rect">
            <a:avLst/>
          </a:prstGeom>
          <a:noFill/>
        </p:spPr>
        <p:txBody>
          <a:bodyPr wrap="square" lIns="91431" tIns="45715" rIns="91431" bIns="45715" rtlCol="0">
            <a:spAutoFit/>
          </a:bodyPr>
          <a:lstStyle/>
          <a:p>
            <a:pPr algn="ctr"/>
            <a:r>
              <a:rPr lang="en-US" altLang="zh-CN" sz="3600" dirty="0">
                <a:solidFill>
                  <a:schemeClr val="bg1"/>
                </a:solidFill>
                <a:latin typeface="Impact" panose="020B0806030902050204" pitchFamily="34" charset="0"/>
              </a:rPr>
              <a:t>D</a:t>
            </a:r>
            <a:endParaRPr lang="zh-CN" altLang="en-US" sz="3600" dirty="0">
              <a:solidFill>
                <a:schemeClr val="bg1"/>
              </a:solidFill>
              <a:latin typeface="Impact" panose="020B0806030902050204" pitchFamily="34" charset="0"/>
            </a:endParaRPr>
          </a:p>
        </p:txBody>
      </p:sp>
      <p:sp>
        <p:nvSpPr>
          <p:cNvPr id="94" name="椭圆 93"/>
          <p:cNvSpPr/>
          <p:nvPr/>
        </p:nvSpPr>
        <p:spPr>
          <a:xfrm>
            <a:off x="2647553" y="2391564"/>
            <a:ext cx="2157702" cy="2157702"/>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1270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95" name="TextBox 94"/>
          <p:cNvSpPr txBox="1"/>
          <p:nvPr/>
        </p:nvSpPr>
        <p:spPr>
          <a:xfrm>
            <a:off x="2647553" y="2964158"/>
            <a:ext cx="2157702" cy="923320"/>
          </a:xfrm>
          <a:prstGeom prst="rect">
            <a:avLst/>
          </a:prstGeom>
          <a:noFill/>
        </p:spPr>
        <p:txBody>
          <a:bodyPr wrap="square" lIns="91431" tIns="45715" rIns="91431" bIns="45715" rtlCol="0">
            <a:spAutoFit/>
          </a:bodyPr>
          <a:lstStyle/>
          <a:p>
            <a:pPr algn="ctr"/>
            <a:r>
              <a:rPr lang="zh-CN" altLang="en-US" sz="5400" b="1" dirty="0">
                <a:solidFill>
                  <a:schemeClr val="bg1"/>
                </a:solidFill>
                <a:latin typeface="微软雅黑" pitchFamily="34" charset="-122"/>
                <a:ea typeface="微软雅黑" pitchFamily="34" charset="-122"/>
              </a:rPr>
              <a:t>目录</a:t>
            </a:r>
          </a:p>
        </p:txBody>
      </p:sp>
      <p:sp>
        <p:nvSpPr>
          <p:cNvPr id="2" name="矩形 1">
            <a:extLst>
              <a:ext uri="{FF2B5EF4-FFF2-40B4-BE49-F238E27FC236}">
                <a16:creationId xmlns:a16="http://schemas.microsoft.com/office/drawing/2014/main" id="{66112C96-859D-D54A-94B7-E330EE2BAB12}"/>
              </a:ext>
            </a:extLst>
          </p:cNvPr>
          <p:cNvSpPr/>
          <p:nvPr/>
        </p:nvSpPr>
        <p:spPr>
          <a:xfrm>
            <a:off x="7192990" y="1476587"/>
            <a:ext cx="3573313" cy="523210"/>
          </a:xfrm>
          <a:prstGeom prst="rect">
            <a:avLst/>
          </a:prstGeom>
        </p:spPr>
        <p:txBody>
          <a:bodyPr wrap="square" lIns="0" tIns="45715" rIns="91431" bIns="45715">
            <a:spAutoFit/>
          </a:bodyPr>
          <a:lstStyle/>
          <a:p>
            <a:r>
              <a:rPr lang="zh-CN" altLang="en-US" sz="2800" dirty="0">
                <a:solidFill>
                  <a:schemeClr val="tx1">
                    <a:lumMod val="65000"/>
                    <a:lumOff val="35000"/>
                  </a:schemeClr>
                </a:solidFill>
                <a:latin typeface="Impact" panose="020B0806030902050204" pitchFamily="34" charset="0"/>
                <a:ea typeface="宋体" charset="-122"/>
                <a:cs typeface="Arial" panose="020B0604020202020204" pitchFamily="34" charset="0"/>
              </a:rPr>
              <a:t>识别任务背景与意义</a:t>
            </a:r>
          </a:p>
        </p:txBody>
      </p:sp>
      <p:sp>
        <p:nvSpPr>
          <p:cNvPr id="4" name="矩形 3">
            <a:extLst>
              <a:ext uri="{FF2B5EF4-FFF2-40B4-BE49-F238E27FC236}">
                <a16:creationId xmlns:a16="http://schemas.microsoft.com/office/drawing/2014/main" id="{BB3CC64B-9E36-6DE5-E373-720D7B451759}"/>
              </a:ext>
            </a:extLst>
          </p:cNvPr>
          <p:cNvSpPr/>
          <p:nvPr/>
        </p:nvSpPr>
        <p:spPr>
          <a:xfrm>
            <a:off x="7294003" y="2530504"/>
            <a:ext cx="3573313" cy="523210"/>
          </a:xfrm>
          <a:prstGeom prst="rect">
            <a:avLst/>
          </a:prstGeom>
        </p:spPr>
        <p:txBody>
          <a:bodyPr wrap="square" lIns="0" tIns="45715" rIns="91431" bIns="45715">
            <a:spAutoFit/>
          </a:bodyPr>
          <a:lstStyle/>
          <a:p>
            <a:r>
              <a:rPr lang="zh-CN" altLang="en-US" sz="2800" dirty="0">
                <a:solidFill>
                  <a:schemeClr val="tx1">
                    <a:lumMod val="65000"/>
                    <a:lumOff val="35000"/>
                  </a:schemeClr>
                </a:solidFill>
                <a:latin typeface="Impact" panose="020B0806030902050204" pitchFamily="34" charset="0"/>
                <a:ea typeface="宋体" charset="-122"/>
                <a:cs typeface="Arial" panose="020B0604020202020204" pitchFamily="34" charset="0"/>
              </a:rPr>
              <a:t>为什么选择</a:t>
            </a:r>
            <a:r>
              <a:rPr lang="en-US" altLang="zh-CN" sz="2800" dirty="0">
                <a:solidFill>
                  <a:schemeClr val="tx1">
                    <a:lumMod val="65000"/>
                    <a:lumOff val="35000"/>
                  </a:schemeClr>
                </a:solidFill>
                <a:latin typeface="Impact" panose="020B0806030902050204" pitchFamily="34" charset="0"/>
                <a:ea typeface="宋体" charset="-122"/>
                <a:cs typeface="Arial" panose="020B0604020202020204" pitchFamily="34" charset="0"/>
              </a:rPr>
              <a:t>YOLO</a:t>
            </a:r>
            <a:endParaRPr lang="zh-CN" altLang="en-US" sz="2800" dirty="0">
              <a:solidFill>
                <a:schemeClr val="tx1">
                  <a:lumMod val="65000"/>
                  <a:lumOff val="35000"/>
                </a:schemeClr>
              </a:solidFill>
              <a:latin typeface="Impact" panose="020B0806030902050204" pitchFamily="34" charset="0"/>
              <a:ea typeface="宋体" charset="-122"/>
              <a:cs typeface="Arial" panose="020B0604020202020204" pitchFamily="34" charset="0"/>
            </a:endParaRPr>
          </a:p>
        </p:txBody>
      </p:sp>
      <p:sp>
        <p:nvSpPr>
          <p:cNvPr id="5" name="矩形 4">
            <a:extLst>
              <a:ext uri="{FF2B5EF4-FFF2-40B4-BE49-F238E27FC236}">
                <a16:creationId xmlns:a16="http://schemas.microsoft.com/office/drawing/2014/main" id="{E26B3EE6-93A6-0024-CF8A-6C237F793FA1}"/>
              </a:ext>
            </a:extLst>
          </p:cNvPr>
          <p:cNvSpPr/>
          <p:nvPr/>
        </p:nvSpPr>
        <p:spPr>
          <a:xfrm>
            <a:off x="7294003" y="3583578"/>
            <a:ext cx="3807385" cy="523210"/>
          </a:xfrm>
          <a:prstGeom prst="rect">
            <a:avLst/>
          </a:prstGeom>
        </p:spPr>
        <p:txBody>
          <a:bodyPr wrap="square" lIns="0" tIns="45715" rIns="91431" bIns="45715">
            <a:spAutoFit/>
          </a:bodyPr>
          <a:lstStyle/>
          <a:p>
            <a:r>
              <a:rPr lang="en-US" altLang="zh-CN" sz="2800" dirty="0">
                <a:solidFill>
                  <a:schemeClr val="tx1">
                    <a:lumMod val="65000"/>
                    <a:lumOff val="35000"/>
                  </a:schemeClr>
                </a:solidFill>
                <a:latin typeface="Impact" panose="020B0806030902050204" pitchFamily="34" charset="0"/>
                <a:ea typeface="宋体" charset="-122"/>
                <a:cs typeface="Arial" panose="020B0604020202020204" pitchFamily="34" charset="0"/>
              </a:rPr>
              <a:t>YOLO</a:t>
            </a:r>
            <a:r>
              <a:rPr lang="zh-CN" altLang="en-US" sz="2800" dirty="0">
                <a:solidFill>
                  <a:schemeClr val="tx1">
                    <a:lumMod val="65000"/>
                    <a:lumOff val="35000"/>
                  </a:schemeClr>
                </a:solidFill>
                <a:latin typeface="Impact" panose="020B0806030902050204" pitchFamily="34" charset="0"/>
                <a:ea typeface="宋体" charset="-122"/>
                <a:cs typeface="Arial" panose="020B0604020202020204" pitchFamily="34" charset="0"/>
              </a:rPr>
              <a:t>项目的数据集情况</a:t>
            </a:r>
          </a:p>
        </p:txBody>
      </p:sp>
      <p:sp>
        <p:nvSpPr>
          <p:cNvPr id="6" name="矩形 5">
            <a:extLst>
              <a:ext uri="{FF2B5EF4-FFF2-40B4-BE49-F238E27FC236}">
                <a16:creationId xmlns:a16="http://schemas.microsoft.com/office/drawing/2014/main" id="{4AF8D2A3-4458-0C8B-EAAC-E352FC19C41B}"/>
              </a:ext>
            </a:extLst>
          </p:cNvPr>
          <p:cNvSpPr/>
          <p:nvPr/>
        </p:nvSpPr>
        <p:spPr>
          <a:xfrm>
            <a:off x="7294002" y="4652679"/>
            <a:ext cx="3573313" cy="523210"/>
          </a:xfrm>
          <a:prstGeom prst="rect">
            <a:avLst/>
          </a:prstGeom>
        </p:spPr>
        <p:txBody>
          <a:bodyPr wrap="square" lIns="0" tIns="45715" rIns="91431" bIns="45715">
            <a:spAutoFit/>
          </a:bodyPr>
          <a:lstStyle/>
          <a:p>
            <a:r>
              <a:rPr lang="zh-CN" altLang="en-US" sz="2800" dirty="0">
                <a:solidFill>
                  <a:schemeClr val="tx1">
                    <a:lumMod val="65000"/>
                    <a:lumOff val="35000"/>
                  </a:schemeClr>
                </a:solidFill>
                <a:latin typeface="Impact" panose="020B0806030902050204" pitchFamily="34" charset="0"/>
                <a:ea typeface="宋体" charset="-122"/>
                <a:cs typeface="Arial" panose="020B0604020202020204" pitchFamily="34" charset="0"/>
              </a:rPr>
              <a:t>如何开展相关内容</a:t>
            </a:r>
          </a:p>
        </p:txBody>
      </p:sp>
    </p:spTree>
    <p:extLst>
      <p:ext uri="{BB962C8B-B14F-4D97-AF65-F5344CB8AC3E}">
        <p14:creationId xmlns:p14="http://schemas.microsoft.com/office/powerpoint/2010/main" val="3310868124"/>
      </p:ext>
    </p:extLst>
  </p:cSld>
  <p:clrMapOvr>
    <a:masterClrMapping/>
  </p:clrMapOvr>
  <p:transition spd="slow" advTm="100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00"/>
                                      </p:stCondLst>
                                      <p:childTnLst>
                                        <p:set>
                                          <p:cBhvr>
                                            <p:cTn id="6" dur="1" fill="hold">
                                              <p:stCondLst>
                                                <p:cond delay="0"/>
                                              </p:stCondLst>
                                            </p:cTn>
                                            <p:tgtEl>
                                              <p:spTgt spid="36"/>
                                            </p:tgtEl>
                                            <p:attrNameLst>
                                              <p:attrName>style.visibility</p:attrName>
                                            </p:attrNameLst>
                                          </p:cBhvr>
                                          <p:to>
                                            <p:strVal val="visible"/>
                                          </p:to>
                                        </p:set>
                                        <p:anim calcmode="lin" valueType="num">
                                          <p:cBhvr>
                                            <p:cTn id="7" dur="300" fill="hold"/>
                                            <p:tgtEl>
                                              <p:spTgt spid="36"/>
                                            </p:tgtEl>
                                            <p:attrNameLst>
                                              <p:attrName>ppt_w</p:attrName>
                                            </p:attrNameLst>
                                          </p:cBhvr>
                                          <p:tavLst>
                                            <p:tav tm="0">
                                              <p:val>
                                                <p:fltVal val="0"/>
                                              </p:val>
                                            </p:tav>
                                            <p:tav tm="100000">
                                              <p:val>
                                                <p:strVal val="#ppt_w"/>
                                              </p:val>
                                            </p:tav>
                                          </p:tavLst>
                                        </p:anim>
                                        <p:anim calcmode="lin" valueType="num">
                                          <p:cBhvr>
                                            <p:cTn id="8" dur="300" fill="hold"/>
                                            <p:tgtEl>
                                              <p:spTgt spid="36"/>
                                            </p:tgtEl>
                                            <p:attrNameLst>
                                              <p:attrName>ppt_h</p:attrName>
                                            </p:attrNameLst>
                                          </p:cBhvr>
                                          <p:tavLst>
                                            <p:tav tm="0">
                                              <p:val>
                                                <p:fltVal val="0"/>
                                              </p:val>
                                            </p:tav>
                                            <p:tav tm="100000">
                                              <p:val>
                                                <p:strVal val="#ppt_h"/>
                                              </p:val>
                                            </p:tav>
                                          </p:tavLst>
                                        </p:anim>
                                        <p:animEffect transition="in" filter="fade">
                                          <p:cBhvr>
                                            <p:cTn id="9" dur="300"/>
                                            <p:tgtEl>
                                              <p:spTgt spid="36"/>
                                            </p:tgtEl>
                                          </p:cBhvr>
                                        </p:animEffect>
                                      </p:childTnLst>
                                    </p:cTn>
                                  </p:par>
                                  <p:par>
                                    <p:cTn id="10" presetID="6" presetClass="emph" presetSubtype="0" autoRev="1" fill="hold" grpId="1" nodeType="withEffect">
                                      <p:stCondLst>
                                        <p:cond delay="400"/>
                                      </p:stCondLst>
                                      <p:childTnLst>
                                        <p:animScale>
                                          <p:cBhvr>
                                            <p:cTn id="11" dur="150" fill="hold"/>
                                            <p:tgtEl>
                                              <p:spTgt spid="36"/>
                                            </p:tgtEl>
                                          </p:cBhvr>
                                          <p:by x="110000" y="110000"/>
                                        </p:animScale>
                                      </p:childTnLst>
                                    </p:cTn>
                                  </p:par>
                                  <p:par>
                                    <p:cTn id="12" presetID="53" presetClass="entr" presetSubtype="16" fill="hold" grpId="0" nodeType="withEffect">
                                      <p:stCondLst>
                                        <p:cond delay="600"/>
                                      </p:stCondLst>
                                      <p:childTnLst>
                                        <p:set>
                                          <p:cBhvr>
                                            <p:cTn id="13" dur="1" fill="hold">
                                              <p:stCondLst>
                                                <p:cond delay="0"/>
                                              </p:stCondLst>
                                            </p:cTn>
                                            <p:tgtEl>
                                              <p:spTgt spid="37"/>
                                            </p:tgtEl>
                                            <p:attrNameLst>
                                              <p:attrName>style.visibility</p:attrName>
                                            </p:attrNameLst>
                                          </p:cBhvr>
                                          <p:to>
                                            <p:strVal val="visible"/>
                                          </p:to>
                                        </p:set>
                                        <p:anim calcmode="lin" valueType="num">
                                          <p:cBhvr>
                                            <p:cTn id="14" dur="300" fill="hold"/>
                                            <p:tgtEl>
                                              <p:spTgt spid="37"/>
                                            </p:tgtEl>
                                            <p:attrNameLst>
                                              <p:attrName>ppt_w</p:attrName>
                                            </p:attrNameLst>
                                          </p:cBhvr>
                                          <p:tavLst>
                                            <p:tav tm="0">
                                              <p:val>
                                                <p:fltVal val="0"/>
                                              </p:val>
                                            </p:tav>
                                            <p:tav tm="100000">
                                              <p:val>
                                                <p:strVal val="#ppt_w"/>
                                              </p:val>
                                            </p:tav>
                                          </p:tavLst>
                                        </p:anim>
                                        <p:anim calcmode="lin" valueType="num">
                                          <p:cBhvr>
                                            <p:cTn id="15" dur="300" fill="hold"/>
                                            <p:tgtEl>
                                              <p:spTgt spid="37"/>
                                            </p:tgtEl>
                                            <p:attrNameLst>
                                              <p:attrName>ppt_h</p:attrName>
                                            </p:attrNameLst>
                                          </p:cBhvr>
                                          <p:tavLst>
                                            <p:tav tm="0">
                                              <p:val>
                                                <p:fltVal val="0"/>
                                              </p:val>
                                            </p:tav>
                                            <p:tav tm="100000">
                                              <p:val>
                                                <p:strVal val="#ppt_h"/>
                                              </p:val>
                                            </p:tav>
                                          </p:tavLst>
                                        </p:anim>
                                        <p:animEffect transition="in" filter="fade">
                                          <p:cBhvr>
                                            <p:cTn id="16" dur="300"/>
                                            <p:tgtEl>
                                              <p:spTgt spid="37"/>
                                            </p:tgtEl>
                                          </p:cBhvr>
                                        </p:animEffect>
                                      </p:childTnLst>
                                    </p:cTn>
                                  </p:par>
                                  <p:par>
                                    <p:cTn id="17" presetID="6" presetClass="emph" presetSubtype="0" autoRev="1" fill="hold" grpId="1" nodeType="withEffect">
                                      <p:stCondLst>
                                        <p:cond delay="900"/>
                                      </p:stCondLst>
                                      <p:childTnLst>
                                        <p:animScale>
                                          <p:cBhvr>
                                            <p:cTn id="18" dur="150" fill="hold"/>
                                            <p:tgtEl>
                                              <p:spTgt spid="37"/>
                                            </p:tgtEl>
                                          </p:cBhvr>
                                          <p:by x="110000" y="110000"/>
                                        </p:animScale>
                                      </p:childTnLst>
                                    </p:cTn>
                                  </p:par>
                                  <p:par>
                                    <p:cTn id="19" presetID="53" presetClass="entr" presetSubtype="16" fill="hold" grpId="0" nodeType="withEffect">
                                      <p:stCondLst>
                                        <p:cond delay="1100"/>
                                      </p:stCondLst>
                                      <p:childTnLst>
                                        <p:set>
                                          <p:cBhvr>
                                            <p:cTn id="20" dur="1" fill="hold">
                                              <p:stCondLst>
                                                <p:cond delay="0"/>
                                              </p:stCondLst>
                                            </p:cTn>
                                            <p:tgtEl>
                                              <p:spTgt spid="38"/>
                                            </p:tgtEl>
                                            <p:attrNameLst>
                                              <p:attrName>style.visibility</p:attrName>
                                            </p:attrNameLst>
                                          </p:cBhvr>
                                          <p:to>
                                            <p:strVal val="visible"/>
                                          </p:to>
                                        </p:set>
                                        <p:anim calcmode="lin" valueType="num">
                                          <p:cBhvr>
                                            <p:cTn id="21" dur="300" fill="hold"/>
                                            <p:tgtEl>
                                              <p:spTgt spid="38"/>
                                            </p:tgtEl>
                                            <p:attrNameLst>
                                              <p:attrName>ppt_w</p:attrName>
                                            </p:attrNameLst>
                                          </p:cBhvr>
                                          <p:tavLst>
                                            <p:tav tm="0">
                                              <p:val>
                                                <p:fltVal val="0"/>
                                              </p:val>
                                            </p:tav>
                                            <p:tav tm="100000">
                                              <p:val>
                                                <p:strVal val="#ppt_w"/>
                                              </p:val>
                                            </p:tav>
                                          </p:tavLst>
                                        </p:anim>
                                        <p:anim calcmode="lin" valueType="num">
                                          <p:cBhvr>
                                            <p:cTn id="22" dur="300" fill="hold"/>
                                            <p:tgtEl>
                                              <p:spTgt spid="38"/>
                                            </p:tgtEl>
                                            <p:attrNameLst>
                                              <p:attrName>ppt_h</p:attrName>
                                            </p:attrNameLst>
                                          </p:cBhvr>
                                          <p:tavLst>
                                            <p:tav tm="0">
                                              <p:val>
                                                <p:fltVal val="0"/>
                                              </p:val>
                                            </p:tav>
                                            <p:tav tm="100000">
                                              <p:val>
                                                <p:strVal val="#ppt_h"/>
                                              </p:val>
                                            </p:tav>
                                          </p:tavLst>
                                        </p:anim>
                                        <p:animEffect transition="in" filter="fade">
                                          <p:cBhvr>
                                            <p:cTn id="23" dur="300"/>
                                            <p:tgtEl>
                                              <p:spTgt spid="38"/>
                                            </p:tgtEl>
                                          </p:cBhvr>
                                        </p:animEffect>
                                      </p:childTnLst>
                                    </p:cTn>
                                  </p:par>
                                  <p:par>
                                    <p:cTn id="24" presetID="6" presetClass="emph" presetSubtype="0" autoRev="1" fill="hold" grpId="1" nodeType="withEffect">
                                      <p:stCondLst>
                                        <p:cond delay="1400"/>
                                      </p:stCondLst>
                                      <p:childTnLst>
                                        <p:animScale>
                                          <p:cBhvr>
                                            <p:cTn id="25" dur="150" fill="hold"/>
                                            <p:tgtEl>
                                              <p:spTgt spid="38"/>
                                            </p:tgtEl>
                                          </p:cBhvr>
                                          <p:by x="110000" y="110000"/>
                                        </p:animScale>
                                      </p:childTnLst>
                                    </p:cTn>
                                  </p:par>
                                  <p:par>
                                    <p:cTn id="26" presetID="53" presetClass="entr" presetSubtype="16" fill="hold" grpId="0" nodeType="withEffect">
                                      <p:stCondLst>
                                        <p:cond delay="1100"/>
                                      </p:stCondLst>
                                      <p:childTnLst>
                                        <p:set>
                                          <p:cBhvr>
                                            <p:cTn id="27" dur="1" fill="hold">
                                              <p:stCondLst>
                                                <p:cond delay="0"/>
                                              </p:stCondLst>
                                            </p:cTn>
                                            <p:tgtEl>
                                              <p:spTgt spid="39"/>
                                            </p:tgtEl>
                                            <p:attrNameLst>
                                              <p:attrName>style.visibility</p:attrName>
                                            </p:attrNameLst>
                                          </p:cBhvr>
                                          <p:to>
                                            <p:strVal val="visible"/>
                                          </p:to>
                                        </p:set>
                                        <p:anim calcmode="lin" valueType="num">
                                          <p:cBhvr>
                                            <p:cTn id="28" dur="300" fill="hold"/>
                                            <p:tgtEl>
                                              <p:spTgt spid="39"/>
                                            </p:tgtEl>
                                            <p:attrNameLst>
                                              <p:attrName>ppt_w</p:attrName>
                                            </p:attrNameLst>
                                          </p:cBhvr>
                                          <p:tavLst>
                                            <p:tav tm="0">
                                              <p:val>
                                                <p:fltVal val="0"/>
                                              </p:val>
                                            </p:tav>
                                            <p:tav tm="100000">
                                              <p:val>
                                                <p:strVal val="#ppt_w"/>
                                              </p:val>
                                            </p:tav>
                                          </p:tavLst>
                                        </p:anim>
                                        <p:anim calcmode="lin" valueType="num">
                                          <p:cBhvr>
                                            <p:cTn id="29" dur="300" fill="hold"/>
                                            <p:tgtEl>
                                              <p:spTgt spid="39"/>
                                            </p:tgtEl>
                                            <p:attrNameLst>
                                              <p:attrName>ppt_h</p:attrName>
                                            </p:attrNameLst>
                                          </p:cBhvr>
                                          <p:tavLst>
                                            <p:tav tm="0">
                                              <p:val>
                                                <p:fltVal val="0"/>
                                              </p:val>
                                            </p:tav>
                                            <p:tav tm="100000">
                                              <p:val>
                                                <p:strVal val="#ppt_h"/>
                                              </p:val>
                                            </p:tav>
                                          </p:tavLst>
                                        </p:anim>
                                        <p:animEffect transition="in" filter="fade">
                                          <p:cBhvr>
                                            <p:cTn id="30" dur="300"/>
                                            <p:tgtEl>
                                              <p:spTgt spid="39"/>
                                            </p:tgtEl>
                                          </p:cBhvr>
                                        </p:animEffect>
                                      </p:childTnLst>
                                    </p:cTn>
                                  </p:par>
                                  <p:par>
                                    <p:cTn id="31" presetID="6" presetClass="emph" presetSubtype="0" autoRev="1" fill="hold" grpId="1" nodeType="withEffect">
                                      <p:stCondLst>
                                        <p:cond delay="1400"/>
                                      </p:stCondLst>
                                      <p:childTnLst>
                                        <p:animScale>
                                          <p:cBhvr>
                                            <p:cTn id="32" dur="150" fill="hold"/>
                                            <p:tgtEl>
                                              <p:spTgt spid="39"/>
                                            </p:tgtEl>
                                          </p:cBhvr>
                                          <p:by x="110000" y="110000"/>
                                        </p:animScale>
                                      </p:childTnLst>
                                    </p:cTn>
                                  </p:par>
                                  <p:par>
                                    <p:cTn id="33" presetID="53" presetClass="entr" presetSubtype="16" fill="hold" grpId="0" nodeType="withEffect">
                                      <p:stCondLst>
                                        <p:cond delay="600"/>
                                      </p:stCondLst>
                                      <p:childTnLst>
                                        <p:set>
                                          <p:cBhvr>
                                            <p:cTn id="34" dur="1" fill="hold">
                                              <p:stCondLst>
                                                <p:cond delay="0"/>
                                              </p:stCondLst>
                                            </p:cTn>
                                            <p:tgtEl>
                                              <p:spTgt spid="40"/>
                                            </p:tgtEl>
                                            <p:attrNameLst>
                                              <p:attrName>style.visibility</p:attrName>
                                            </p:attrNameLst>
                                          </p:cBhvr>
                                          <p:to>
                                            <p:strVal val="visible"/>
                                          </p:to>
                                        </p:set>
                                        <p:anim calcmode="lin" valueType="num">
                                          <p:cBhvr>
                                            <p:cTn id="35" dur="300" fill="hold"/>
                                            <p:tgtEl>
                                              <p:spTgt spid="40"/>
                                            </p:tgtEl>
                                            <p:attrNameLst>
                                              <p:attrName>ppt_w</p:attrName>
                                            </p:attrNameLst>
                                          </p:cBhvr>
                                          <p:tavLst>
                                            <p:tav tm="0">
                                              <p:val>
                                                <p:fltVal val="0"/>
                                              </p:val>
                                            </p:tav>
                                            <p:tav tm="100000">
                                              <p:val>
                                                <p:strVal val="#ppt_w"/>
                                              </p:val>
                                            </p:tav>
                                          </p:tavLst>
                                        </p:anim>
                                        <p:anim calcmode="lin" valueType="num">
                                          <p:cBhvr>
                                            <p:cTn id="36" dur="300" fill="hold"/>
                                            <p:tgtEl>
                                              <p:spTgt spid="40"/>
                                            </p:tgtEl>
                                            <p:attrNameLst>
                                              <p:attrName>ppt_h</p:attrName>
                                            </p:attrNameLst>
                                          </p:cBhvr>
                                          <p:tavLst>
                                            <p:tav tm="0">
                                              <p:val>
                                                <p:fltVal val="0"/>
                                              </p:val>
                                            </p:tav>
                                            <p:tav tm="100000">
                                              <p:val>
                                                <p:strVal val="#ppt_h"/>
                                              </p:val>
                                            </p:tav>
                                          </p:tavLst>
                                        </p:anim>
                                        <p:animEffect transition="in" filter="fade">
                                          <p:cBhvr>
                                            <p:cTn id="37" dur="300"/>
                                            <p:tgtEl>
                                              <p:spTgt spid="40"/>
                                            </p:tgtEl>
                                          </p:cBhvr>
                                        </p:animEffect>
                                      </p:childTnLst>
                                    </p:cTn>
                                  </p:par>
                                  <p:par>
                                    <p:cTn id="38" presetID="6" presetClass="emph" presetSubtype="0" autoRev="1" fill="hold" grpId="1" nodeType="withEffect">
                                      <p:stCondLst>
                                        <p:cond delay="900"/>
                                      </p:stCondLst>
                                      <p:childTnLst>
                                        <p:animScale>
                                          <p:cBhvr>
                                            <p:cTn id="39" dur="150" fill="hold"/>
                                            <p:tgtEl>
                                              <p:spTgt spid="40"/>
                                            </p:tgtEl>
                                          </p:cBhvr>
                                          <p:by x="110000" y="110000"/>
                                        </p:animScale>
                                      </p:childTnLst>
                                    </p:cTn>
                                  </p:par>
                                  <p:par>
                                    <p:cTn id="40" presetID="53" presetClass="entr" presetSubtype="16" fill="hold" grpId="0" nodeType="withEffect">
                                      <p:stCondLst>
                                        <p:cond delay="100"/>
                                      </p:stCondLst>
                                      <p:childTnLst>
                                        <p:set>
                                          <p:cBhvr>
                                            <p:cTn id="41" dur="1" fill="hold">
                                              <p:stCondLst>
                                                <p:cond delay="0"/>
                                              </p:stCondLst>
                                            </p:cTn>
                                            <p:tgtEl>
                                              <p:spTgt spid="41"/>
                                            </p:tgtEl>
                                            <p:attrNameLst>
                                              <p:attrName>style.visibility</p:attrName>
                                            </p:attrNameLst>
                                          </p:cBhvr>
                                          <p:to>
                                            <p:strVal val="visible"/>
                                          </p:to>
                                        </p:set>
                                        <p:anim calcmode="lin" valueType="num">
                                          <p:cBhvr>
                                            <p:cTn id="42" dur="300" fill="hold"/>
                                            <p:tgtEl>
                                              <p:spTgt spid="41"/>
                                            </p:tgtEl>
                                            <p:attrNameLst>
                                              <p:attrName>ppt_w</p:attrName>
                                            </p:attrNameLst>
                                          </p:cBhvr>
                                          <p:tavLst>
                                            <p:tav tm="0">
                                              <p:val>
                                                <p:fltVal val="0"/>
                                              </p:val>
                                            </p:tav>
                                            <p:tav tm="100000">
                                              <p:val>
                                                <p:strVal val="#ppt_w"/>
                                              </p:val>
                                            </p:tav>
                                          </p:tavLst>
                                        </p:anim>
                                        <p:anim calcmode="lin" valueType="num">
                                          <p:cBhvr>
                                            <p:cTn id="43" dur="300" fill="hold"/>
                                            <p:tgtEl>
                                              <p:spTgt spid="41"/>
                                            </p:tgtEl>
                                            <p:attrNameLst>
                                              <p:attrName>ppt_h</p:attrName>
                                            </p:attrNameLst>
                                          </p:cBhvr>
                                          <p:tavLst>
                                            <p:tav tm="0">
                                              <p:val>
                                                <p:fltVal val="0"/>
                                              </p:val>
                                            </p:tav>
                                            <p:tav tm="100000">
                                              <p:val>
                                                <p:strVal val="#ppt_h"/>
                                              </p:val>
                                            </p:tav>
                                          </p:tavLst>
                                        </p:anim>
                                        <p:animEffect transition="in" filter="fade">
                                          <p:cBhvr>
                                            <p:cTn id="44" dur="300"/>
                                            <p:tgtEl>
                                              <p:spTgt spid="41"/>
                                            </p:tgtEl>
                                          </p:cBhvr>
                                        </p:animEffect>
                                      </p:childTnLst>
                                    </p:cTn>
                                  </p:par>
                                  <p:par>
                                    <p:cTn id="45" presetID="6" presetClass="emph" presetSubtype="0" autoRev="1" fill="hold" grpId="1" nodeType="withEffect">
                                      <p:stCondLst>
                                        <p:cond delay="400"/>
                                      </p:stCondLst>
                                      <p:childTnLst>
                                        <p:animScale>
                                          <p:cBhvr>
                                            <p:cTn id="46" dur="150" fill="hold"/>
                                            <p:tgtEl>
                                              <p:spTgt spid="41"/>
                                            </p:tgtEl>
                                          </p:cBhvr>
                                          <p:by x="110000" y="110000"/>
                                        </p:animScale>
                                      </p:childTnLst>
                                    </p:cTn>
                                  </p:par>
                                </p:childTnLst>
                              </p:cTn>
                            </p:par>
                            <p:par>
                              <p:cTn id="47" fill="hold">
                                <p:stCondLst>
                                  <p:cond delay="1700"/>
                                </p:stCondLst>
                                <p:childTnLst>
                                  <p:par>
                                    <p:cTn id="48" presetID="53" presetClass="entr" presetSubtype="16" fill="hold" grpId="0" nodeType="afterEffect">
                                      <p:stCondLst>
                                        <p:cond delay="0"/>
                                      </p:stCondLst>
                                      <p:childTnLst>
                                        <p:set>
                                          <p:cBhvr>
                                            <p:cTn id="49" dur="1" fill="hold">
                                              <p:stCondLst>
                                                <p:cond delay="0"/>
                                              </p:stCondLst>
                                            </p:cTn>
                                            <p:tgtEl>
                                              <p:spTgt spid="94"/>
                                            </p:tgtEl>
                                            <p:attrNameLst>
                                              <p:attrName>style.visibility</p:attrName>
                                            </p:attrNameLst>
                                          </p:cBhvr>
                                          <p:to>
                                            <p:strVal val="visible"/>
                                          </p:to>
                                        </p:set>
                                        <p:anim calcmode="lin" valueType="num">
                                          <p:cBhvr>
                                            <p:cTn id="50" dur="300" fill="hold"/>
                                            <p:tgtEl>
                                              <p:spTgt spid="94"/>
                                            </p:tgtEl>
                                            <p:attrNameLst>
                                              <p:attrName>ppt_w</p:attrName>
                                            </p:attrNameLst>
                                          </p:cBhvr>
                                          <p:tavLst>
                                            <p:tav tm="0">
                                              <p:val>
                                                <p:fltVal val="0"/>
                                              </p:val>
                                            </p:tav>
                                            <p:tav tm="100000">
                                              <p:val>
                                                <p:strVal val="#ppt_w"/>
                                              </p:val>
                                            </p:tav>
                                          </p:tavLst>
                                        </p:anim>
                                        <p:anim calcmode="lin" valueType="num">
                                          <p:cBhvr>
                                            <p:cTn id="51" dur="300" fill="hold"/>
                                            <p:tgtEl>
                                              <p:spTgt spid="94"/>
                                            </p:tgtEl>
                                            <p:attrNameLst>
                                              <p:attrName>ppt_h</p:attrName>
                                            </p:attrNameLst>
                                          </p:cBhvr>
                                          <p:tavLst>
                                            <p:tav tm="0">
                                              <p:val>
                                                <p:fltVal val="0"/>
                                              </p:val>
                                            </p:tav>
                                            <p:tav tm="100000">
                                              <p:val>
                                                <p:strVal val="#ppt_h"/>
                                              </p:val>
                                            </p:tav>
                                          </p:tavLst>
                                        </p:anim>
                                        <p:animEffect transition="in" filter="fade">
                                          <p:cBhvr>
                                            <p:cTn id="52" dur="300"/>
                                            <p:tgtEl>
                                              <p:spTgt spid="94"/>
                                            </p:tgtEl>
                                          </p:cBhvr>
                                        </p:animEffect>
                                      </p:childTnLst>
                                    </p:cTn>
                                  </p:par>
                                  <p:par>
                                    <p:cTn id="53" presetID="6" presetClass="emph" presetSubtype="0" autoRev="1" fill="hold" grpId="1" nodeType="withEffect">
                                      <p:stCondLst>
                                        <p:cond delay="300"/>
                                      </p:stCondLst>
                                      <p:childTnLst>
                                        <p:animScale>
                                          <p:cBhvr>
                                            <p:cTn id="54" dur="150" fill="hold"/>
                                            <p:tgtEl>
                                              <p:spTgt spid="94"/>
                                            </p:tgtEl>
                                          </p:cBhvr>
                                          <p:by x="110000" y="110000"/>
                                        </p:animScale>
                                      </p:childTnLst>
                                    </p:cTn>
                                  </p:par>
                                  <p:par>
                                    <p:cTn id="55" presetID="53" presetClass="entr" presetSubtype="16" fill="hold" grpId="0" nodeType="withEffect">
                                      <p:stCondLst>
                                        <p:cond delay="500"/>
                                      </p:stCondLst>
                                      <p:childTnLst>
                                        <p:set>
                                          <p:cBhvr>
                                            <p:cTn id="56" dur="1" fill="hold">
                                              <p:stCondLst>
                                                <p:cond delay="0"/>
                                              </p:stCondLst>
                                            </p:cTn>
                                            <p:tgtEl>
                                              <p:spTgt spid="95"/>
                                            </p:tgtEl>
                                            <p:attrNameLst>
                                              <p:attrName>style.visibility</p:attrName>
                                            </p:attrNameLst>
                                          </p:cBhvr>
                                          <p:to>
                                            <p:strVal val="visible"/>
                                          </p:to>
                                        </p:set>
                                        <p:anim calcmode="lin" valueType="num">
                                          <p:cBhvr>
                                            <p:cTn id="57" dur="300" fill="hold"/>
                                            <p:tgtEl>
                                              <p:spTgt spid="95"/>
                                            </p:tgtEl>
                                            <p:attrNameLst>
                                              <p:attrName>ppt_w</p:attrName>
                                            </p:attrNameLst>
                                          </p:cBhvr>
                                          <p:tavLst>
                                            <p:tav tm="0">
                                              <p:val>
                                                <p:fltVal val="0"/>
                                              </p:val>
                                            </p:tav>
                                            <p:tav tm="100000">
                                              <p:val>
                                                <p:strVal val="#ppt_w"/>
                                              </p:val>
                                            </p:tav>
                                          </p:tavLst>
                                        </p:anim>
                                        <p:anim calcmode="lin" valueType="num">
                                          <p:cBhvr>
                                            <p:cTn id="58" dur="300" fill="hold"/>
                                            <p:tgtEl>
                                              <p:spTgt spid="95"/>
                                            </p:tgtEl>
                                            <p:attrNameLst>
                                              <p:attrName>ppt_h</p:attrName>
                                            </p:attrNameLst>
                                          </p:cBhvr>
                                          <p:tavLst>
                                            <p:tav tm="0">
                                              <p:val>
                                                <p:fltVal val="0"/>
                                              </p:val>
                                            </p:tav>
                                            <p:tav tm="100000">
                                              <p:val>
                                                <p:strVal val="#ppt_h"/>
                                              </p:val>
                                            </p:tav>
                                          </p:tavLst>
                                        </p:anim>
                                        <p:animEffect transition="in" filter="fade">
                                          <p:cBhvr>
                                            <p:cTn id="59" dur="300"/>
                                            <p:tgtEl>
                                              <p:spTgt spid="95"/>
                                            </p:tgtEl>
                                          </p:cBhvr>
                                        </p:animEffect>
                                      </p:childTnLst>
                                    </p:cTn>
                                  </p:par>
                                  <p:par>
                                    <p:cTn id="60" presetID="6" presetClass="emph" presetSubtype="0" autoRev="1" fill="hold" grpId="1" nodeType="withEffect">
                                      <p:stCondLst>
                                        <p:cond delay="800"/>
                                      </p:stCondLst>
                                      <p:childTnLst>
                                        <p:animScale>
                                          <p:cBhvr>
                                            <p:cTn id="61" dur="300" fill="hold"/>
                                            <p:tgtEl>
                                              <p:spTgt spid="95"/>
                                            </p:tgtEl>
                                          </p:cBhvr>
                                          <p:by x="110000" y="110000"/>
                                        </p:animScale>
                                      </p:childTnLst>
                                    </p:cTn>
                                  </p:par>
                                </p:childTnLst>
                              </p:cTn>
                            </p:par>
                            <p:par>
                              <p:cTn id="62" fill="hold">
                                <p:stCondLst>
                                  <p:cond delay="3100"/>
                                </p:stCondLst>
                                <p:childTnLst>
                                  <p:par>
                                    <p:cTn id="63" presetID="22" presetClass="entr" presetSubtype="8" fill="hold" nodeType="after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wipe(left)">
                                          <p:cBhvr>
                                            <p:cTn id="65" dur="250"/>
                                            <p:tgtEl>
                                              <p:spTgt spid="3"/>
                                            </p:tgtEl>
                                          </p:cBhvr>
                                        </p:animEffect>
                                      </p:childTnLst>
                                    </p:cTn>
                                  </p:par>
                                </p:childTnLst>
                              </p:cTn>
                            </p:par>
                            <p:par>
                              <p:cTn id="66" fill="hold">
                                <p:stCondLst>
                                  <p:cond delay="3350"/>
                                </p:stCondLst>
                                <p:childTnLst>
                                  <p:par>
                                    <p:cTn id="67" presetID="53" presetClass="entr" presetSubtype="16" fill="hold" grpId="0" nodeType="afterEffect">
                                      <p:stCondLst>
                                        <p:cond delay="0"/>
                                      </p:stCondLst>
                                      <p:childTnLst>
                                        <p:set>
                                          <p:cBhvr>
                                            <p:cTn id="68" dur="1" fill="hold">
                                              <p:stCondLst>
                                                <p:cond delay="0"/>
                                              </p:stCondLst>
                                            </p:cTn>
                                            <p:tgtEl>
                                              <p:spTgt spid="86"/>
                                            </p:tgtEl>
                                            <p:attrNameLst>
                                              <p:attrName>style.visibility</p:attrName>
                                            </p:attrNameLst>
                                          </p:cBhvr>
                                          <p:to>
                                            <p:strVal val="visible"/>
                                          </p:to>
                                        </p:set>
                                        <p:anim calcmode="lin" valueType="num">
                                          <p:cBhvr>
                                            <p:cTn id="69" dur="300" fill="hold"/>
                                            <p:tgtEl>
                                              <p:spTgt spid="86"/>
                                            </p:tgtEl>
                                            <p:attrNameLst>
                                              <p:attrName>ppt_w</p:attrName>
                                            </p:attrNameLst>
                                          </p:cBhvr>
                                          <p:tavLst>
                                            <p:tav tm="0">
                                              <p:val>
                                                <p:fltVal val="0"/>
                                              </p:val>
                                            </p:tav>
                                            <p:tav tm="100000">
                                              <p:val>
                                                <p:strVal val="#ppt_w"/>
                                              </p:val>
                                            </p:tav>
                                          </p:tavLst>
                                        </p:anim>
                                        <p:anim calcmode="lin" valueType="num">
                                          <p:cBhvr>
                                            <p:cTn id="70" dur="300" fill="hold"/>
                                            <p:tgtEl>
                                              <p:spTgt spid="86"/>
                                            </p:tgtEl>
                                            <p:attrNameLst>
                                              <p:attrName>ppt_h</p:attrName>
                                            </p:attrNameLst>
                                          </p:cBhvr>
                                          <p:tavLst>
                                            <p:tav tm="0">
                                              <p:val>
                                                <p:fltVal val="0"/>
                                              </p:val>
                                            </p:tav>
                                            <p:tav tm="100000">
                                              <p:val>
                                                <p:strVal val="#ppt_h"/>
                                              </p:val>
                                            </p:tav>
                                          </p:tavLst>
                                        </p:anim>
                                        <p:animEffect transition="in" filter="fade">
                                          <p:cBhvr>
                                            <p:cTn id="71" dur="300"/>
                                            <p:tgtEl>
                                              <p:spTgt spid="86"/>
                                            </p:tgtEl>
                                          </p:cBhvr>
                                        </p:animEffect>
                                      </p:childTnLst>
                                    </p:cTn>
                                  </p:par>
                                  <p:par>
                                    <p:cTn id="72" presetID="6" presetClass="emph" presetSubtype="0" autoRev="1" fill="hold" grpId="1" nodeType="withEffect">
                                      <p:stCondLst>
                                        <p:cond delay="300"/>
                                      </p:stCondLst>
                                      <p:childTnLst>
                                        <p:animScale>
                                          <p:cBhvr>
                                            <p:cTn id="73" dur="150" fill="hold"/>
                                            <p:tgtEl>
                                              <p:spTgt spid="86"/>
                                            </p:tgtEl>
                                          </p:cBhvr>
                                          <p:by x="110000" y="110000"/>
                                        </p:animScale>
                                      </p:childTnLst>
                                    </p:cTn>
                                  </p:par>
                                  <p:par>
                                    <p:cTn id="74" presetID="53" presetClass="entr" presetSubtype="16" fill="hold" grpId="0" nodeType="withEffect">
                                      <p:stCondLst>
                                        <p:cond delay="500"/>
                                      </p:stCondLst>
                                      <p:childTnLst>
                                        <p:set>
                                          <p:cBhvr>
                                            <p:cTn id="75" dur="1" fill="hold">
                                              <p:stCondLst>
                                                <p:cond delay="0"/>
                                              </p:stCondLst>
                                            </p:cTn>
                                            <p:tgtEl>
                                              <p:spTgt spid="87"/>
                                            </p:tgtEl>
                                            <p:attrNameLst>
                                              <p:attrName>style.visibility</p:attrName>
                                            </p:attrNameLst>
                                          </p:cBhvr>
                                          <p:to>
                                            <p:strVal val="visible"/>
                                          </p:to>
                                        </p:set>
                                        <p:anim calcmode="lin" valueType="num">
                                          <p:cBhvr>
                                            <p:cTn id="76" dur="300" fill="hold"/>
                                            <p:tgtEl>
                                              <p:spTgt spid="87"/>
                                            </p:tgtEl>
                                            <p:attrNameLst>
                                              <p:attrName>ppt_w</p:attrName>
                                            </p:attrNameLst>
                                          </p:cBhvr>
                                          <p:tavLst>
                                            <p:tav tm="0">
                                              <p:val>
                                                <p:fltVal val="0"/>
                                              </p:val>
                                            </p:tav>
                                            <p:tav tm="100000">
                                              <p:val>
                                                <p:strVal val="#ppt_w"/>
                                              </p:val>
                                            </p:tav>
                                          </p:tavLst>
                                        </p:anim>
                                        <p:anim calcmode="lin" valueType="num">
                                          <p:cBhvr>
                                            <p:cTn id="77" dur="300" fill="hold"/>
                                            <p:tgtEl>
                                              <p:spTgt spid="87"/>
                                            </p:tgtEl>
                                            <p:attrNameLst>
                                              <p:attrName>ppt_h</p:attrName>
                                            </p:attrNameLst>
                                          </p:cBhvr>
                                          <p:tavLst>
                                            <p:tav tm="0">
                                              <p:val>
                                                <p:fltVal val="0"/>
                                              </p:val>
                                            </p:tav>
                                            <p:tav tm="100000">
                                              <p:val>
                                                <p:strVal val="#ppt_h"/>
                                              </p:val>
                                            </p:tav>
                                          </p:tavLst>
                                        </p:anim>
                                        <p:animEffect transition="in" filter="fade">
                                          <p:cBhvr>
                                            <p:cTn id="78" dur="300"/>
                                            <p:tgtEl>
                                              <p:spTgt spid="87"/>
                                            </p:tgtEl>
                                          </p:cBhvr>
                                        </p:animEffect>
                                      </p:childTnLst>
                                    </p:cTn>
                                  </p:par>
                                  <p:par>
                                    <p:cTn id="79" presetID="6" presetClass="emph" presetSubtype="0" autoRev="1" fill="hold" grpId="1" nodeType="withEffect">
                                      <p:stCondLst>
                                        <p:cond delay="800"/>
                                      </p:stCondLst>
                                      <p:childTnLst>
                                        <p:animScale>
                                          <p:cBhvr>
                                            <p:cTn id="80" dur="300" fill="hold"/>
                                            <p:tgtEl>
                                              <p:spTgt spid="87"/>
                                            </p:tgtEl>
                                          </p:cBhvr>
                                          <p:by x="110000" y="110000"/>
                                        </p:animScale>
                                      </p:childTnLst>
                                    </p:cTn>
                                  </p:par>
                                  <p:par>
                                    <p:cTn id="81" presetID="22" presetClass="entr" presetSubtype="8" fill="hold" nodeType="withEffect">
                                      <p:stCondLst>
                                        <p:cond delay="800"/>
                                      </p:stCondLst>
                                      <p:childTnLst>
                                        <p:set>
                                          <p:cBhvr>
                                            <p:cTn id="82" dur="1" fill="hold">
                                              <p:stCondLst>
                                                <p:cond delay="0"/>
                                              </p:stCondLst>
                                            </p:cTn>
                                            <p:tgtEl>
                                              <p:spTgt spid="96"/>
                                            </p:tgtEl>
                                            <p:attrNameLst>
                                              <p:attrName>style.visibility</p:attrName>
                                            </p:attrNameLst>
                                          </p:cBhvr>
                                          <p:to>
                                            <p:strVal val="visible"/>
                                          </p:to>
                                        </p:set>
                                        <p:animEffect transition="in" filter="wipe(left)">
                                          <p:cBhvr>
                                            <p:cTn id="83" dur="500"/>
                                            <p:tgtEl>
                                              <p:spTgt spid="96"/>
                                            </p:tgtEl>
                                          </p:cBhvr>
                                        </p:animEffect>
                                      </p:childTnLst>
                                    </p:cTn>
                                  </p:par>
                                </p:childTnLst>
                              </p:cTn>
                            </p:par>
                            <p:par>
                              <p:cTn id="84" fill="hold">
                                <p:stCondLst>
                                  <p:cond delay="4750"/>
                                </p:stCondLst>
                                <p:childTnLst>
                                  <p:par>
                                    <p:cTn id="85" presetID="53" presetClass="entr" presetSubtype="16" fill="hold" grpId="0" nodeType="afterEffect">
                                      <p:stCondLst>
                                        <p:cond delay="0"/>
                                      </p:stCondLst>
                                      <p:childTnLst>
                                        <p:set>
                                          <p:cBhvr>
                                            <p:cTn id="86" dur="1" fill="hold">
                                              <p:stCondLst>
                                                <p:cond delay="0"/>
                                              </p:stCondLst>
                                            </p:cTn>
                                            <p:tgtEl>
                                              <p:spTgt spid="88"/>
                                            </p:tgtEl>
                                            <p:attrNameLst>
                                              <p:attrName>style.visibility</p:attrName>
                                            </p:attrNameLst>
                                          </p:cBhvr>
                                          <p:to>
                                            <p:strVal val="visible"/>
                                          </p:to>
                                        </p:set>
                                        <p:anim calcmode="lin" valueType="num">
                                          <p:cBhvr>
                                            <p:cTn id="87" dur="300" fill="hold"/>
                                            <p:tgtEl>
                                              <p:spTgt spid="88"/>
                                            </p:tgtEl>
                                            <p:attrNameLst>
                                              <p:attrName>ppt_w</p:attrName>
                                            </p:attrNameLst>
                                          </p:cBhvr>
                                          <p:tavLst>
                                            <p:tav tm="0">
                                              <p:val>
                                                <p:fltVal val="0"/>
                                              </p:val>
                                            </p:tav>
                                            <p:tav tm="100000">
                                              <p:val>
                                                <p:strVal val="#ppt_w"/>
                                              </p:val>
                                            </p:tav>
                                          </p:tavLst>
                                        </p:anim>
                                        <p:anim calcmode="lin" valueType="num">
                                          <p:cBhvr>
                                            <p:cTn id="88" dur="300" fill="hold"/>
                                            <p:tgtEl>
                                              <p:spTgt spid="88"/>
                                            </p:tgtEl>
                                            <p:attrNameLst>
                                              <p:attrName>ppt_h</p:attrName>
                                            </p:attrNameLst>
                                          </p:cBhvr>
                                          <p:tavLst>
                                            <p:tav tm="0">
                                              <p:val>
                                                <p:fltVal val="0"/>
                                              </p:val>
                                            </p:tav>
                                            <p:tav tm="100000">
                                              <p:val>
                                                <p:strVal val="#ppt_h"/>
                                              </p:val>
                                            </p:tav>
                                          </p:tavLst>
                                        </p:anim>
                                        <p:animEffect transition="in" filter="fade">
                                          <p:cBhvr>
                                            <p:cTn id="89" dur="300"/>
                                            <p:tgtEl>
                                              <p:spTgt spid="88"/>
                                            </p:tgtEl>
                                          </p:cBhvr>
                                        </p:animEffect>
                                      </p:childTnLst>
                                    </p:cTn>
                                  </p:par>
                                  <p:par>
                                    <p:cTn id="90" presetID="6" presetClass="emph" presetSubtype="0" autoRev="1" fill="hold" grpId="1" nodeType="withEffect">
                                      <p:stCondLst>
                                        <p:cond delay="300"/>
                                      </p:stCondLst>
                                      <p:childTnLst>
                                        <p:animScale>
                                          <p:cBhvr>
                                            <p:cTn id="91" dur="150" fill="hold"/>
                                            <p:tgtEl>
                                              <p:spTgt spid="88"/>
                                            </p:tgtEl>
                                          </p:cBhvr>
                                          <p:by x="110000" y="110000"/>
                                        </p:animScale>
                                      </p:childTnLst>
                                    </p:cTn>
                                  </p:par>
                                  <p:par>
                                    <p:cTn id="92" presetID="53" presetClass="entr" presetSubtype="16" fill="hold" grpId="0" nodeType="withEffect">
                                      <p:stCondLst>
                                        <p:cond delay="500"/>
                                      </p:stCondLst>
                                      <p:childTnLst>
                                        <p:set>
                                          <p:cBhvr>
                                            <p:cTn id="93" dur="1" fill="hold">
                                              <p:stCondLst>
                                                <p:cond delay="0"/>
                                              </p:stCondLst>
                                            </p:cTn>
                                            <p:tgtEl>
                                              <p:spTgt spid="89"/>
                                            </p:tgtEl>
                                            <p:attrNameLst>
                                              <p:attrName>style.visibility</p:attrName>
                                            </p:attrNameLst>
                                          </p:cBhvr>
                                          <p:to>
                                            <p:strVal val="visible"/>
                                          </p:to>
                                        </p:set>
                                        <p:anim calcmode="lin" valueType="num">
                                          <p:cBhvr>
                                            <p:cTn id="94" dur="300" fill="hold"/>
                                            <p:tgtEl>
                                              <p:spTgt spid="89"/>
                                            </p:tgtEl>
                                            <p:attrNameLst>
                                              <p:attrName>ppt_w</p:attrName>
                                            </p:attrNameLst>
                                          </p:cBhvr>
                                          <p:tavLst>
                                            <p:tav tm="0">
                                              <p:val>
                                                <p:fltVal val="0"/>
                                              </p:val>
                                            </p:tav>
                                            <p:tav tm="100000">
                                              <p:val>
                                                <p:strVal val="#ppt_w"/>
                                              </p:val>
                                            </p:tav>
                                          </p:tavLst>
                                        </p:anim>
                                        <p:anim calcmode="lin" valueType="num">
                                          <p:cBhvr>
                                            <p:cTn id="95" dur="300" fill="hold"/>
                                            <p:tgtEl>
                                              <p:spTgt spid="89"/>
                                            </p:tgtEl>
                                            <p:attrNameLst>
                                              <p:attrName>ppt_h</p:attrName>
                                            </p:attrNameLst>
                                          </p:cBhvr>
                                          <p:tavLst>
                                            <p:tav tm="0">
                                              <p:val>
                                                <p:fltVal val="0"/>
                                              </p:val>
                                            </p:tav>
                                            <p:tav tm="100000">
                                              <p:val>
                                                <p:strVal val="#ppt_h"/>
                                              </p:val>
                                            </p:tav>
                                          </p:tavLst>
                                        </p:anim>
                                        <p:animEffect transition="in" filter="fade">
                                          <p:cBhvr>
                                            <p:cTn id="96" dur="300"/>
                                            <p:tgtEl>
                                              <p:spTgt spid="89"/>
                                            </p:tgtEl>
                                          </p:cBhvr>
                                        </p:animEffect>
                                      </p:childTnLst>
                                    </p:cTn>
                                  </p:par>
                                  <p:par>
                                    <p:cTn id="97" presetID="6" presetClass="emph" presetSubtype="0" autoRev="1" fill="hold" grpId="1" nodeType="withEffect">
                                      <p:stCondLst>
                                        <p:cond delay="800"/>
                                      </p:stCondLst>
                                      <p:childTnLst>
                                        <p:animScale>
                                          <p:cBhvr>
                                            <p:cTn id="98" dur="300" fill="hold"/>
                                            <p:tgtEl>
                                              <p:spTgt spid="89"/>
                                            </p:tgtEl>
                                          </p:cBhvr>
                                          <p:by x="110000" y="110000"/>
                                        </p:animScale>
                                      </p:childTnLst>
                                    </p:cTn>
                                  </p:par>
                                  <p:par>
                                    <p:cTn id="99" presetID="22" presetClass="entr" presetSubtype="8" fill="hold" nodeType="withEffect">
                                      <p:stCondLst>
                                        <p:cond delay="1200"/>
                                      </p:stCondLst>
                                      <p:childTnLst>
                                        <p:set>
                                          <p:cBhvr>
                                            <p:cTn id="100" dur="1" fill="hold">
                                              <p:stCondLst>
                                                <p:cond delay="0"/>
                                              </p:stCondLst>
                                            </p:cTn>
                                            <p:tgtEl>
                                              <p:spTgt spid="97"/>
                                            </p:tgtEl>
                                            <p:attrNameLst>
                                              <p:attrName>style.visibility</p:attrName>
                                            </p:attrNameLst>
                                          </p:cBhvr>
                                          <p:to>
                                            <p:strVal val="visible"/>
                                          </p:to>
                                        </p:set>
                                        <p:animEffect transition="in" filter="wipe(left)">
                                          <p:cBhvr>
                                            <p:cTn id="101" dur="500"/>
                                            <p:tgtEl>
                                              <p:spTgt spid="97"/>
                                            </p:tgtEl>
                                          </p:cBhvr>
                                        </p:animEffect>
                                      </p:childTnLst>
                                    </p:cTn>
                                  </p:par>
                                </p:childTnLst>
                              </p:cTn>
                            </p:par>
                            <p:par>
                              <p:cTn id="102" fill="hold">
                                <p:stCondLst>
                                  <p:cond delay="6450"/>
                                </p:stCondLst>
                                <p:childTnLst>
                                  <p:par>
                                    <p:cTn id="103" presetID="53" presetClass="entr" presetSubtype="16" fill="hold" grpId="0" nodeType="afterEffect">
                                      <p:stCondLst>
                                        <p:cond delay="0"/>
                                      </p:stCondLst>
                                      <p:childTnLst>
                                        <p:set>
                                          <p:cBhvr>
                                            <p:cTn id="104" dur="1" fill="hold">
                                              <p:stCondLst>
                                                <p:cond delay="0"/>
                                              </p:stCondLst>
                                            </p:cTn>
                                            <p:tgtEl>
                                              <p:spTgt spid="90"/>
                                            </p:tgtEl>
                                            <p:attrNameLst>
                                              <p:attrName>style.visibility</p:attrName>
                                            </p:attrNameLst>
                                          </p:cBhvr>
                                          <p:to>
                                            <p:strVal val="visible"/>
                                          </p:to>
                                        </p:set>
                                        <p:anim calcmode="lin" valueType="num">
                                          <p:cBhvr>
                                            <p:cTn id="105" dur="300" fill="hold"/>
                                            <p:tgtEl>
                                              <p:spTgt spid="90"/>
                                            </p:tgtEl>
                                            <p:attrNameLst>
                                              <p:attrName>ppt_w</p:attrName>
                                            </p:attrNameLst>
                                          </p:cBhvr>
                                          <p:tavLst>
                                            <p:tav tm="0">
                                              <p:val>
                                                <p:fltVal val="0"/>
                                              </p:val>
                                            </p:tav>
                                            <p:tav tm="100000">
                                              <p:val>
                                                <p:strVal val="#ppt_w"/>
                                              </p:val>
                                            </p:tav>
                                          </p:tavLst>
                                        </p:anim>
                                        <p:anim calcmode="lin" valueType="num">
                                          <p:cBhvr>
                                            <p:cTn id="106" dur="300" fill="hold"/>
                                            <p:tgtEl>
                                              <p:spTgt spid="90"/>
                                            </p:tgtEl>
                                            <p:attrNameLst>
                                              <p:attrName>ppt_h</p:attrName>
                                            </p:attrNameLst>
                                          </p:cBhvr>
                                          <p:tavLst>
                                            <p:tav tm="0">
                                              <p:val>
                                                <p:fltVal val="0"/>
                                              </p:val>
                                            </p:tav>
                                            <p:tav tm="100000">
                                              <p:val>
                                                <p:strVal val="#ppt_h"/>
                                              </p:val>
                                            </p:tav>
                                          </p:tavLst>
                                        </p:anim>
                                        <p:animEffect transition="in" filter="fade">
                                          <p:cBhvr>
                                            <p:cTn id="107" dur="300"/>
                                            <p:tgtEl>
                                              <p:spTgt spid="90"/>
                                            </p:tgtEl>
                                          </p:cBhvr>
                                        </p:animEffect>
                                      </p:childTnLst>
                                    </p:cTn>
                                  </p:par>
                                </p:childTnLst>
                              </p:cTn>
                            </p:par>
                            <p:par>
                              <p:cTn id="108" fill="hold">
                                <p:stCondLst>
                                  <p:cond delay="6750"/>
                                </p:stCondLst>
                                <p:childTnLst>
                                  <p:par>
                                    <p:cTn id="109" presetID="6" presetClass="emph" presetSubtype="0" autoRev="1" fill="hold" grpId="1" nodeType="afterEffect">
                                      <p:stCondLst>
                                        <p:cond delay="300"/>
                                      </p:stCondLst>
                                      <p:childTnLst>
                                        <p:animScale>
                                          <p:cBhvr>
                                            <p:cTn id="110" dur="150" fill="hold"/>
                                            <p:tgtEl>
                                              <p:spTgt spid="90"/>
                                            </p:tgtEl>
                                          </p:cBhvr>
                                          <p:by x="110000" y="110000"/>
                                        </p:animScale>
                                      </p:childTnLst>
                                    </p:cTn>
                                  </p:par>
                                  <p:par>
                                    <p:cTn id="111" presetID="53" presetClass="entr" presetSubtype="16" fill="hold" grpId="0" nodeType="withEffect">
                                      <p:stCondLst>
                                        <p:cond delay="500"/>
                                      </p:stCondLst>
                                      <p:childTnLst>
                                        <p:set>
                                          <p:cBhvr>
                                            <p:cTn id="112" dur="1" fill="hold">
                                              <p:stCondLst>
                                                <p:cond delay="0"/>
                                              </p:stCondLst>
                                            </p:cTn>
                                            <p:tgtEl>
                                              <p:spTgt spid="91"/>
                                            </p:tgtEl>
                                            <p:attrNameLst>
                                              <p:attrName>style.visibility</p:attrName>
                                            </p:attrNameLst>
                                          </p:cBhvr>
                                          <p:to>
                                            <p:strVal val="visible"/>
                                          </p:to>
                                        </p:set>
                                        <p:anim calcmode="lin" valueType="num">
                                          <p:cBhvr>
                                            <p:cTn id="113" dur="300" fill="hold"/>
                                            <p:tgtEl>
                                              <p:spTgt spid="91"/>
                                            </p:tgtEl>
                                            <p:attrNameLst>
                                              <p:attrName>ppt_w</p:attrName>
                                            </p:attrNameLst>
                                          </p:cBhvr>
                                          <p:tavLst>
                                            <p:tav tm="0">
                                              <p:val>
                                                <p:fltVal val="0"/>
                                              </p:val>
                                            </p:tav>
                                            <p:tav tm="100000">
                                              <p:val>
                                                <p:strVal val="#ppt_w"/>
                                              </p:val>
                                            </p:tav>
                                          </p:tavLst>
                                        </p:anim>
                                        <p:anim calcmode="lin" valueType="num">
                                          <p:cBhvr>
                                            <p:cTn id="114" dur="300" fill="hold"/>
                                            <p:tgtEl>
                                              <p:spTgt spid="91"/>
                                            </p:tgtEl>
                                            <p:attrNameLst>
                                              <p:attrName>ppt_h</p:attrName>
                                            </p:attrNameLst>
                                          </p:cBhvr>
                                          <p:tavLst>
                                            <p:tav tm="0">
                                              <p:val>
                                                <p:fltVal val="0"/>
                                              </p:val>
                                            </p:tav>
                                            <p:tav tm="100000">
                                              <p:val>
                                                <p:strVal val="#ppt_h"/>
                                              </p:val>
                                            </p:tav>
                                          </p:tavLst>
                                        </p:anim>
                                        <p:animEffect transition="in" filter="fade">
                                          <p:cBhvr>
                                            <p:cTn id="115" dur="300"/>
                                            <p:tgtEl>
                                              <p:spTgt spid="91"/>
                                            </p:tgtEl>
                                          </p:cBhvr>
                                        </p:animEffect>
                                      </p:childTnLst>
                                    </p:cTn>
                                  </p:par>
                                  <p:par>
                                    <p:cTn id="116" presetID="6" presetClass="emph" presetSubtype="0" autoRev="1" fill="hold" grpId="1" nodeType="withEffect">
                                      <p:stCondLst>
                                        <p:cond delay="800"/>
                                      </p:stCondLst>
                                      <p:childTnLst>
                                        <p:animScale>
                                          <p:cBhvr>
                                            <p:cTn id="117" dur="300" fill="hold"/>
                                            <p:tgtEl>
                                              <p:spTgt spid="91"/>
                                            </p:tgtEl>
                                          </p:cBhvr>
                                          <p:by x="110000" y="110000"/>
                                        </p:animScale>
                                      </p:childTnLst>
                                    </p:cTn>
                                  </p:par>
                                  <p:par>
                                    <p:cTn id="118" presetID="22" presetClass="entr" presetSubtype="8" fill="hold" nodeType="withEffect">
                                      <p:stCondLst>
                                        <p:cond delay="1600"/>
                                      </p:stCondLst>
                                      <p:childTnLst>
                                        <p:set>
                                          <p:cBhvr>
                                            <p:cTn id="119" dur="1" fill="hold">
                                              <p:stCondLst>
                                                <p:cond delay="0"/>
                                              </p:stCondLst>
                                            </p:cTn>
                                            <p:tgtEl>
                                              <p:spTgt spid="98"/>
                                            </p:tgtEl>
                                            <p:attrNameLst>
                                              <p:attrName>style.visibility</p:attrName>
                                            </p:attrNameLst>
                                          </p:cBhvr>
                                          <p:to>
                                            <p:strVal val="visible"/>
                                          </p:to>
                                        </p:set>
                                        <p:animEffect transition="in" filter="wipe(left)">
                                          <p:cBhvr>
                                            <p:cTn id="120" dur="500"/>
                                            <p:tgtEl>
                                              <p:spTgt spid="98"/>
                                            </p:tgtEl>
                                          </p:cBhvr>
                                        </p:animEffect>
                                      </p:childTnLst>
                                    </p:cTn>
                                  </p:par>
                                </p:childTnLst>
                              </p:cTn>
                            </p:par>
                            <p:par>
                              <p:cTn id="121" fill="hold">
                                <p:stCondLst>
                                  <p:cond delay="8850"/>
                                </p:stCondLst>
                                <p:childTnLst>
                                  <p:par>
                                    <p:cTn id="122" presetID="53" presetClass="entr" presetSubtype="16" fill="hold" grpId="0" nodeType="afterEffect">
                                      <p:stCondLst>
                                        <p:cond delay="0"/>
                                      </p:stCondLst>
                                      <p:childTnLst>
                                        <p:set>
                                          <p:cBhvr>
                                            <p:cTn id="123" dur="1" fill="hold">
                                              <p:stCondLst>
                                                <p:cond delay="0"/>
                                              </p:stCondLst>
                                            </p:cTn>
                                            <p:tgtEl>
                                              <p:spTgt spid="92"/>
                                            </p:tgtEl>
                                            <p:attrNameLst>
                                              <p:attrName>style.visibility</p:attrName>
                                            </p:attrNameLst>
                                          </p:cBhvr>
                                          <p:to>
                                            <p:strVal val="visible"/>
                                          </p:to>
                                        </p:set>
                                        <p:anim calcmode="lin" valueType="num">
                                          <p:cBhvr>
                                            <p:cTn id="124" dur="300" fill="hold"/>
                                            <p:tgtEl>
                                              <p:spTgt spid="92"/>
                                            </p:tgtEl>
                                            <p:attrNameLst>
                                              <p:attrName>ppt_w</p:attrName>
                                            </p:attrNameLst>
                                          </p:cBhvr>
                                          <p:tavLst>
                                            <p:tav tm="0">
                                              <p:val>
                                                <p:fltVal val="0"/>
                                              </p:val>
                                            </p:tav>
                                            <p:tav tm="100000">
                                              <p:val>
                                                <p:strVal val="#ppt_w"/>
                                              </p:val>
                                            </p:tav>
                                          </p:tavLst>
                                        </p:anim>
                                        <p:anim calcmode="lin" valueType="num">
                                          <p:cBhvr>
                                            <p:cTn id="125" dur="300" fill="hold"/>
                                            <p:tgtEl>
                                              <p:spTgt spid="92"/>
                                            </p:tgtEl>
                                            <p:attrNameLst>
                                              <p:attrName>ppt_h</p:attrName>
                                            </p:attrNameLst>
                                          </p:cBhvr>
                                          <p:tavLst>
                                            <p:tav tm="0">
                                              <p:val>
                                                <p:fltVal val="0"/>
                                              </p:val>
                                            </p:tav>
                                            <p:tav tm="100000">
                                              <p:val>
                                                <p:strVal val="#ppt_h"/>
                                              </p:val>
                                            </p:tav>
                                          </p:tavLst>
                                        </p:anim>
                                        <p:animEffect transition="in" filter="fade">
                                          <p:cBhvr>
                                            <p:cTn id="126" dur="300"/>
                                            <p:tgtEl>
                                              <p:spTgt spid="92"/>
                                            </p:tgtEl>
                                          </p:cBhvr>
                                        </p:animEffect>
                                      </p:childTnLst>
                                    </p:cTn>
                                  </p:par>
                                </p:childTnLst>
                              </p:cTn>
                            </p:par>
                            <p:par>
                              <p:cTn id="127" fill="hold">
                                <p:stCondLst>
                                  <p:cond delay="9150"/>
                                </p:stCondLst>
                                <p:childTnLst>
                                  <p:par>
                                    <p:cTn id="128" presetID="6" presetClass="emph" presetSubtype="0" autoRev="1" fill="hold" grpId="1" nodeType="afterEffect">
                                      <p:stCondLst>
                                        <p:cond delay="300"/>
                                      </p:stCondLst>
                                      <p:childTnLst>
                                        <p:animScale>
                                          <p:cBhvr>
                                            <p:cTn id="129" dur="150" fill="hold"/>
                                            <p:tgtEl>
                                              <p:spTgt spid="92"/>
                                            </p:tgtEl>
                                          </p:cBhvr>
                                          <p:by x="110000" y="110000"/>
                                        </p:animScale>
                                      </p:childTnLst>
                                    </p:cTn>
                                  </p:par>
                                  <p:par>
                                    <p:cTn id="130" presetID="53" presetClass="entr" presetSubtype="16" fill="hold" grpId="0" nodeType="withEffect">
                                      <p:stCondLst>
                                        <p:cond delay="500"/>
                                      </p:stCondLst>
                                      <p:childTnLst>
                                        <p:set>
                                          <p:cBhvr>
                                            <p:cTn id="131" dur="1" fill="hold">
                                              <p:stCondLst>
                                                <p:cond delay="0"/>
                                              </p:stCondLst>
                                            </p:cTn>
                                            <p:tgtEl>
                                              <p:spTgt spid="93"/>
                                            </p:tgtEl>
                                            <p:attrNameLst>
                                              <p:attrName>style.visibility</p:attrName>
                                            </p:attrNameLst>
                                          </p:cBhvr>
                                          <p:to>
                                            <p:strVal val="visible"/>
                                          </p:to>
                                        </p:set>
                                        <p:anim calcmode="lin" valueType="num">
                                          <p:cBhvr>
                                            <p:cTn id="132" dur="300" fill="hold"/>
                                            <p:tgtEl>
                                              <p:spTgt spid="93"/>
                                            </p:tgtEl>
                                            <p:attrNameLst>
                                              <p:attrName>ppt_w</p:attrName>
                                            </p:attrNameLst>
                                          </p:cBhvr>
                                          <p:tavLst>
                                            <p:tav tm="0">
                                              <p:val>
                                                <p:fltVal val="0"/>
                                              </p:val>
                                            </p:tav>
                                            <p:tav tm="100000">
                                              <p:val>
                                                <p:strVal val="#ppt_w"/>
                                              </p:val>
                                            </p:tav>
                                          </p:tavLst>
                                        </p:anim>
                                        <p:anim calcmode="lin" valueType="num">
                                          <p:cBhvr>
                                            <p:cTn id="133" dur="300" fill="hold"/>
                                            <p:tgtEl>
                                              <p:spTgt spid="93"/>
                                            </p:tgtEl>
                                            <p:attrNameLst>
                                              <p:attrName>ppt_h</p:attrName>
                                            </p:attrNameLst>
                                          </p:cBhvr>
                                          <p:tavLst>
                                            <p:tav tm="0">
                                              <p:val>
                                                <p:fltVal val="0"/>
                                              </p:val>
                                            </p:tav>
                                            <p:tav tm="100000">
                                              <p:val>
                                                <p:strVal val="#ppt_h"/>
                                              </p:val>
                                            </p:tav>
                                          </p:tavLst>
                                        </p:anim>
                                        <p:animEffect transition="in" filter="fade">
                                          <p:cBhvr>
                                            <p:cTn id="134" dur="300"/>
                                            <p:tgtEl>
                                              <p:spTgt spid="93"/>
                                            </p:tgtEl>
                                          </p:cBhvr>
                                        </p:animEffect>
                                      </p:childTnLst>
                                    </p:cTn>
                                  </p:par>
                                  <p:par>
                                    <p:cTn id="135" presetID="6" presetClass="emph" presetSubtype="0" autoRev="1" fill="hold" grpId="1" nodeType="withEffect">
                                      <p:stCondLst>
                                        <p:cond delay="800"/>
                                      </p:stCondLst>
                                      <p:childTnLst>
                                        <p:animScale>
                                          <p:cBhvr>
                                            <p:cTn id="136" dur="300" fill="hold"/>
                                            <p:tgtEl>
                                              <p:spTgt spid="93"/>
                                            </p:tgtEl>
                                          </p:cBhvr>
                                          <p:by x="110000" y="110000"/>
                                        </p:animScale>
                                      </p:childTnLst>
                                    </p:cTn>
                                  </p:par>
                                  <p:par>
                                    <p:cTn id="137" presetID="2" presetClass="entr" presetSubtype="2" fill="hold" grpId="0" nodeType="withEffect" p14:presetBounceEnd="58333">
                                      <p:stCondLst>
                                        <p:cond delay="800"/>
                                      </p:stCondLst>
                                      <p:childTnLst>
                                        <p:set>
                                          <p:cBhvr>
                                            <p:cTn id="138" dur="1" fill="hold">
                                              <p:stCondLst>
                                                <p:cond delay="0"/>
                                              </p:stCondLst>
                                            </p:cTn>
                                            <p:tgtEl>
                                              <p:spTgt spid="2"/>
                                            </p:tgtEl>
                                            <p:attrNameLst>
                                              <p:attrName>style.visibility</p:attrName>
                                            </p:attrNameLst>
                                          </p:cBhvr>
                                          <p:to>
                                            <p:strVal val="visible"/>
                                          </p:to>
                                        </p:set>
                                        <p:anim calcmode="lin" valueType="num" p14:bounceEnd="58333">
                                          <p:cBhvr additive="base">
                                            <p:cTn id="139" dur="600" fill="hold"/>
                                            <p:tgtEl>
                                              <p:spTgt spid="2"/>
                                            </p:tgtEl>
                                            <p:attrNameLst>
                                              <p:attrName>ppt_x</p:attrName>
                                            </p:attrNameLst>
                                          </p:cBhvr>
                                          <p:tavLst>
                                            <p:tav tm="0">
                                              <p:val>
                                                <p:strVal val="1+#ppt_w/2"/>
                                              </p:val>
                                            </p:tav>
                                            <p:tav tm="100000">
                                              <p:val>
                                                <p:strVal val="#ppt_x"/>
                                              </p:val>
                                            </p:tav>
                                          </p:tavLst>
                                        </p:anim>
                                        <p:anim calcmode="lin" valueType="num" p14:bounceEnd="58333">
                                          <p:cBhvr additive="base">
                                            <p:cTn id="140" dur="600" fill="hold"/>
                                            <p:tgtEl>
                                              <p:spTgt spid="2"/>
                                            </p:tgtEl>
                                            <p:attrNameLst>
                                              <p:attrName>ppt_y</p:attrName>
                                            </p:attrNameLst>
                                          </p:cBhvr>
                                          <p:tavLst>
                                            <p:tav tm="0">
                                              <p:val>
                                                <p:strVal val="#ppt_y"/>
                                              </p:val>
                                            </p:tav>
                                            <p:tav tm="100000">
                                              <p:val>
                                                <p:strVal val="#ppt_y"/>
                                              </p:val>
                                            </p:tav>
                                          </p:tavLst>
                                        </p:anim>
                                      </p:childTnLst>
                                    </p:cTn>
                                  </p:par>
                                  <p:par>
                                    <p:cTn id="141" presetID="2" presetClass="entr" presetSubtype="2" fill="hold" grpId="0" nodeType="withEffect" p14:presetBounceEnd="58333">
                                      <p:stCondLst>
                                        <p:cond delay="800"/>
                                      </p:stCondLst>
                                      <p:childTnLst>
                                        <p:set>
                                          <p:cBhvr>
                                            <p:cTn id="142" dur="1" fill="hold">
                                              <p:stCondLst>
                                                <p:cond delay="0"/>
                                              </p:stCondLst>
                                            </p:cTn>
                                            <p:tgtEl>
                                              <p:spTgt spid="4"/>
                                            </p:tgtEl>
                                            <p:attrNameLst>
                                              <p:attrName>style.visibility</p:attrName>
                                            </p:attrNameLst>
                                          </p:cBhvr>
                                          <p:to>
                                            <p:strVal val="visible"/>
                                          </p:to>
                                        </p:set>
                                        <p:anim calcmode="lin" valueType="num" p14:bounceEnd="58333">
                                          <p:cBhvr additive="base">
                                            <p:cTn id="143" dur="600" fill="hold"/>
                                            <p:tgtEl>
                                              <p:spTgt spid="4"/>
                                            </p:tgtEl>
                                            <p:attrNameLst>
                                              <p:attrName>ppt_x</p:attrName>
                                            </p:attrNameLst>
                                          </p:cBhvr>
                                          <p:tavLst>
                                            <p:tav tm="0">
                                              <p:val>
                                                <p:strVal val="1+#ppt_w/2"/>
                                              </p:val>
                                            </p:tav>
                                            <p:tav tm="100000">
                                              <p:val>
                                                <p:strVal val="#ppt_x"/>
                                              </p:val>
                                            </p:tav>
                                          </p:tavLst>
                                        </p:anim>
                                        <p:anim calcmode="lin" valueType="num" p14:bounceEnd="58333">
                                          <p:cBhvr additive="base">
                                            <p:cTn id="144" dur="600" fill="hold"/>
                                            <p:tgtEl>
                                              <p:spTgt spid="4"/>
                                            </p:tgtEl>
                                            <p:attrNameLst>
                                              <p:attrName>ppt_y</p:attrName>
                                            </p:attrNameLst>
                                          </p:cBhvr>
                                          <p:tavLst>
                                            <p:tav tm="0">
                                              <p:val>
                                                <p:strVal val="#ppt_y"/>
                                              </p:val>
                                            </p:tav>
                                            <p:tav tm="100000">
                                              <p:val>
                                                <p:strVal val="#ppt_y"/>
                                              </p:val>
                                            </p:tav>
                                          </p:tavLst>
                                        </p:anim>
                                      </p:childTnLst>
                                    </p:cTn>
                                  </p:par>
                                  <p:par>
                                    <p:cTn id="145" presetID="2" presetClass="entr" presetSubtype="2" fill="hold" grpId="0" nodeType="withEffect" p14:presetBounceEnd="58333">
                                      <p:stCondLst>
                                        <p:cond delay="800"/>
                                      </p:stCondLst>
                                      <p:childTnLst>
                                        <p:set>
                                          <p:cBhvr>
                                            <p:cTn id="146" dur="1" fill="hold">
                                              <p:stCondLst>
                                                <p:cond delay="0"/>
                                              </p:stCondLst>
                                            </p:cTn>
                                            <p:tgtEl>
                                              <p:spTgt spid="5"/>
                                            </p:tgtEl>
                                            <p:attrNameLst>
                                              <p:attrName>style.visibility</p:attrName>
                                            </p:attrNameLst>
                                          </p:cBhvr>
                                          <p:to>
                                            <p:strVal val="visible"/>
                                          </p:to>
                                        </p:set>
                                        <p:anim calcmode="lin" valueType="num" p14:bounceEnd="58333">
                                          <p:cBhvr additive="base">
                                            <p:cTn id="147" dur="600" fill="hold"/>
                                            <p:tgtEl>
                                              <p:spTgt spid="5"/>
                                            </p:tgtEl>
                                            <p:attrNameLst>
                                              <p:attrName>ppt_x</p:attrName>
                                            </p:attrNameLst>
                                          </p:cBhvr>
                                          <p:tavLst>
                                            <p:tav tm="0">
                                              <p:val>
                                                <p:strVal val="1+#ppt_w/2"/>
                                              </p:val>
                                            </p:tav>
                                            <p:tav tm="100000">
                                              <p:val>
                                                <p:strVal val="#ppt_x"/>
                                              </p:val>
                                            </p:tav>
                                          </p:tavLst>
                                        </p:anim>
                                        <p:anim calcmode="lin" valueType="num" p14:bounceEnd="58333">
                                          <p:cBhvr additive="base">
                                            <p:cTn id="148" dur="600" fill="hold"/>
                                            <p:tgtEl>
                                              <p:spTgt spid="5"/>
                                            </p:tgtEl>
                                            <p:attrNameLst>
                                              <p:attrName>ppt_y</p:attrName>
                                            </p:attrNameLst>
                                          </p:cBhvr>
                                          <p:tavLst>
                                            <p:tav tm="0">
                                              <p:val>
                                                <p:strVal val="#ppt_y"/>
                                              </p:val>
                                            </p:tav>
                                            <p:tav tm="100000">
                                              <p:val>
                                                <p:strVal val="#ppt_y"/>
                                              </p:val>
                                            </p:tav>
                                          </p:tavLst>
                                        </p:anim>
                                      </p:childTnLst>
                                    </p:cTn>
                                  </p:par>
                                  <p:par>
                                    <p:cTn id="149" presetID="2" presetClass="entr" presetSubtype="2" fill="hold" grpId="0" nodeType="withEffect" p14:presetBounceEnd="58333">
                                      <p:stCondLst>
                                        <p:cond delay="800"/>
                                      </p:stCondLst>
                                      <p:childTnLst>
                                        <p:set>
                                          <p:cBhvr>
                                            <p:cTn id="150" dur="1" fill="hold">
                                              <p:stCondLst>
                                                <p:cond delay="0"/>
                                              </p:stCondLst>
                                            </p:cTn>
                                            <p:tgtEl>
                                              <p:spTgt spid="6"/>
                                            </p:tgtEl>
                                            <p:attrNameLst>
                                              <p:attrName>style.visibility</p:attrName>
                                            </p:attrNameLst>
                                          </p:cBhvr>
                                          <p:to>
                                            <p:strVal val="visible"/>
                                          </p:to>
                                        </p:set>
                                        <p:anim calcmode="lin" valueType="num" p14:bounceEnd="58333">
                                          <p:cBhvr additive="base">
                                            <p:cTn id="151" dur="600" fill="hold"/>
                                            <p:tgtEl>
                                              <p:spTgt spid="6"/>
                                            </p:tgtEl>
                                            <p:attrNameLst>
                                              <p:attrName>ppt_x</p:attrName>
                                            </p:attrNameLst>
                                          </p:cBhvr>
                                          <p:tavLst>
                                            <p:tav tm="0">
                                              <p:val>
                                                <p:strVal val="1+#ppt_w/2"/>
                                              </p:val>
                                            </p:tav>
                                            <p:tav tm="100000">
                                              <p:val>
                                                <p:strVal val="#ppt_x"/>
                                              </p:val>
                                            </p:tav>
                                          </p:tavLst>
                                        </p:anim>
                                        <p:anim calcmode="lin" valueType="num" p14:bounceEnd="58333">
                                          <p:cBhvr additive="base">
                                            <p:cTn id="152" dur="6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86" grpId="0" animBg="1"/>
          <p:bldP spid="86" grpId="1" animBg="1"/>
          <p:bldP spid="87" grpId="0"/>
          <p:bldP spid="87" grpId="1"/>
          <p:bldP spid="88" grpId="0" animBg="1"/>
          <p:bldP spid="88" grpId="1" animBg="1"/>
          <p:bldP spid="89" grpId="0"/>
          <p:bldP spid="89" grpId="1"/>
          <p:bldP spid="90" grpId="0" animBg="1"/>
          <p:bldP spid="90" grpId="1" animBg="1"/>
          <p:bldP spid="91" grpId="0"/>
          <p:bldP spid="91" grpId="1"/>
          <p:bldP spid="92" grpId="0" animBg="1"/>
          <p:bldP spid="92" grpId="1" animBg="1"/>
          <p:bldP spid="93" grpId="0"/>
          <p:bldP spid="93" grpId="1"/>
          <p:bldP spid="94" grpId="0" animBg="1"/>
          <p:bldP spid="94" grpId="1" animBg="1"/>
          <p:bldP spid="95" grpId="0"/>
          <p:bldP spid="95" grpId="1"/>
          <p:bldP spid="2" grpId="0"/>
          <p:bldP spid="4" grpId="0"/>
          <p:bldP spid="5" grpId="0"/>
          <p:bldP spid="6"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00"/>
                                      </p:stCondLst>
                                      <p:childTnLst>
                                        <p:set>
                                          <p:cBhvr>
                                            <p:cTn id="6" dur="1" fill="hold">
                                              <p:stCondLst>
                                                <p:cond delay="0"/>
                                              </p:stCondLst>
                                            </p:cTn>
                                            <p:tgtEl>
                                              <p:spTgt spid="36"/>
                                            </p:tgtEl>
                                            <p:attrNameLst>
                                              <p:attrName>style.visibility</p:attrName>
                                            </p:attrNameLst>
                                          </p:cBhvr>
                                          <p:to>
                                            <p:strVal val="visible"/>
                                          </p:to>
                                        </p:set>
                                        <p:anim calcmode="lin" valueType="num">
                                          <p:cBhvr>
                                            <p:cTn id="7" dur="300" fill="hold"/>
                                            <p:tgtEl>
                                              <p:spTgt spid="36"/>
                                            </p:tgtEl>
                                            <p:attrNameLst>
                                              <p:attrName>ppt_w</p:attrName>
                                            </p:attrNameLst>
                                          </p:cBhvr>
                                          <p:tavLst>
                                            <p:tav tm="0">
                                              <p:val>
                                                <p:fltVal val="0"/>
                                              </p:val>
                                            </p:tav>
                                            <p:tav tm="100000">
                                              <p:val>
                                                <p:strVal val="#ppt_w"/>
                                              </p:val>
                                            </p:tav>
                                          </p:tavLst>
                                        </p:anim>
                                        <p:anim calcmode="lin" valueType="num">
                                          <p:cBhvr>
                                            <p:cTn id="8" dur="300" fill="hold"/>
                                            <p:tgtEl>
                                              <p:spTgt spid="36"/>
                                            </p:tgtEl>
                                            <p:attrNameLst>
                                              <p:attrName>ppt_h</p:attrName>
                                            </p:attrNameLst>
                                          </p:cBhvr>
                                          <p:tavLst>
                                            <p:tav tm="0">
                                              <p:val>
                                                <p:fltVal val="0"/>
                                              </p:val>
                                            </p:tav>
                                            <p:tav tm="100000">
                                              <p:val>
                                                <p:strVal val="#ppt_h"/>
                                              </p:val>
                                            </p:tav>
                                          </p:tavLst>
                                        </p:anim>
                                        <p:animEffect transition="in" filter="fade">
                                          <p:cBhvr>
                                            <p:cTn id="9" dur="300"/>
                                            <p:tgtEl>
                                              <p:spTgt spid="36"/>
                                            </p:tgtEl>
                                          </p:cBhvr>
                                        </p:animEffect>
                                      </p:childTnLst>
                                    </p:cTn>
                                  </p:par>
                                  <p:par>
                                    <p:cTn id="10" presetID="6" presetClass="emph" presetSubtype="0" autoRev="1" fill="hold" grpId="1" nodeType="withEffect">
                                      <p:stCondLst>
                                        <p:cond delay="400"/>
                                      </p:stCondLst>
                                      <p:childTnLst>
                                        <p:animScale>
                                          <p:cBhvr>
                                            <p:cTn id="11" dur="150" fill="hold"/>
                                            <p:tgtEl>
                                              <p:spTgt spid="36"/>
                                            </p:tgtEl>
                                          </p:cBhvr>
                                          <p:by x="110000" y="110000"/>
                                        </p:animScale>
                                      </p:childTnLst>
                                    </p:cTn>
                                  </p:par>
                                  <p:par>
                                    <p:cTn id="12" presetID="53" presetClass="entr" presetSubtype="16" fill="hold" grpId="0" nodeType="withEffect">
                                      <p:stCondLst>
                                        <p:cond delay="600"/>
                                      </p:stCondLst>
                                      <p:childTnLst>
                                        <p:set>
                                          <p:cBhvr>
                                            <p:cTn id="13" dur="1" fill="hold">
                                              <p:stCondLst>
                                                <p:cond delay="0"/>
                                              </p:stCondLst>
                                            </p:cTn>
                                            <p:tgtEl>
                                              <p:spTgt spid="37"/>
                                            </p:tgtEl>
                                            <p:attrNameLst>
                                              <p:attrName>style.visibility</p:attrName>
                                            </p:attrNameLst>
                                          </p:cBhvr>
                                          <p:to>
                                            <p:strVal val="visible"/>
                                          </p:to>
                                        </p:set>
                                        <p:anim calcmode="lin" valueType="num">
                                          <p:cBhvr>
                                            <p:cTn id="14" dur="300" fill="hold"/>
                                            <p:tgtEl>
                                              <p:spTgt spid="37"/>
                                            </p:tgtEl>
                                            <p:attrNameLst>
                                              <p:attrName>ppt_w</p:attrName>
                                            </p:attrNameLst>
                                          </p:cBhvr>
                                          <p:tavLst>
                                            <p:tav tm="0">
                                              <p:val>
                                                <p:fltVal val="0"/>
                                              </p:val>
                                            </p:tav>
                                            <p:tav tm="100000">
                                              <p:val>
                                                <p:strVal val="#ppt_w"/>
                                              </p:val>
                                            </p:tav>
                                          </p:tavLst>
                                        </p:anim>
                                        <p:anim calcmode="lin" valueType="num">
                                          <p:cBhvr>
                                            <p:cTn id="15" dur="300" fill="hold"/>
                                            <p:tgtEl>
                                              <p:spTgt spid="37"/>
                                            </p:tgtEl>
                                            <p:attrNameLst>
                                              <p:attrName>ppt_h</p:attrName>
                                            </p:attrNameLst>
                                          </p:cBhvr>
                                          <p:tavLst>
                                            <p:tav tm="0">
                                              <p:val>
                                                <p:fltVal val="0"/>
                                              </p:val>
                                            </p:tav>
                                            <p:tav tm="100000">
                                              <p:val>
                                                <p:strVal val="#ppt_h"/>
                                              </p:val>
                                            </p:tav>
                                          </p:tavLst>
                                        </p:anim>
                                        <p:animEffect transition="in" filter="fade">
                                          <p:cBhvr>
                                            <p:cTn id="16" dur="300"/>
                                            <p:tgtEl>
                                              <p:spTgt spid="37"/>
                                            </p:tgtEl>
                                          </p:cBhvr>
                                        </p:animEffect>
                                      </p:childTnLst>
                                    </p:cTn>
                                  </p:par>
                                  <p:par>
                                    <p:cTn id="17" presetID="6" presetClass="emph" presetSubtype="0" autoRev="1" fill="hold" grpId="1" nodeType="withEffect">
                                      <p:stCondLst>
                                        <p:cond delay="900"/>
                                      </p:stCondLst>
                                      <p:childTnLst>
                                        <p:animScale>
                                          <p:cBhvr>
                                            <p:cTn id="18" dur="150" fill="hold"/>
                                            <p:tgtEl>
                                              <p:spTgt spid="37"/>
                                            </p:tgtEl>
                                          </p:cBhvr>
                                          <p:by x="110000" y="110000"/>
                                        </p:animScale>
                                      </p:childTnLst>
                                    </p:cTn>
                                  </p:par>
                                  <p:par>
                                    <p:cTn id="19" presetID="53" presetClass="entr" presetSubtype="16" fill="hold" grpId="0" nodeType="withEffect">
                                      <p:stCondLst>
                                        <p:cond delay="1100"/>
                                      </p:stCondLst>
                                      <p:childTnLst>
                                        <p:set>
                                          <p:cBhvr>
                                            <p:cTn id="20" dur="1" fill="hold">
                                              <p:stCondLst>
                                                <p:cond delay="0"/>
                                              </p:stCondLst>
                                            </p:cTn>
                                            <p:tgtEl>
                                              <p:spTgt spid="38"/>
                                            </p:tgtEl>
                                            <p:attrNameLst>
                                              <p:attrName>style.visibility</p:attrName>
                                            </p:attrNameLst>
                                          </p:cBhvr>
                                          <p:to>
                                            <p:strVal val="visible"/>
                                          </p:to>
                                        </p:set>
                                        <p:anim calcmode="lin" valueType="num">
                                          <p:cBhvr>
                                            <p:cTn id="21" dur="300" fill="hold"/>
                                            <p:tgtEl>
                                              <p:spTgt spid="38"/>
                                            </p:tgtEl>
                                            <p:attrNameLst>
                                              <p:attrName>ppt_w</p:attrName>
                                            </p:attrNameLst>
                                          </p:cBhvr>
                                          <p:tavLst>
                                            <p:tav tm="0">
                                              <p:val>
                                                <p:fltVal val="0"/>
                                              </p:val>
                                            </p:tav>
                                            <p:tav tm="100000">
                                              <p:val>
                                                <p:strVal val="#ppt_w"/>
                                              </p:val>
                                            </p:tav>
                                          </p:tavLst>
                                        </p:anim>
                                        <p:anim calcmode="lin" valueType="num">
                                          <p:cBhvr>
                                            <p:cTn id="22" dur="300" fill="hold"/>
                                            <p:tgtEl>
                                              <p:spTgt spid="38"/>
                                            </p:tgtEl>
                                            <p:attrNameLst>
                                              <p:attrName>ppt_h</p:attrName>
                                            </p:attrNameLst>
                                          </p:cBhvr>
                                          <p:tavLst>
                                            <p:tav tm="0">
                                              <p:val>
                                                <p:fltVal val="0"/>
                                              </p:val>
                                            </p:tav>
                                            <p:tav tm="100000">
                                              <p:val>
                                                <p:strVal val="#ppt_h"/>
                                              </p:val>
                                            </p:tav>
                                          </p:tavLst>
                                        </p:anim>
                                        <p:animEffect transition="in" filter="fade">
                                          <p:cBhvr>
                                            <p:cTn id="23" dur="300"/>
                                            <p:tgtEl>
                                              <p:spTgt spid="38"/>
                                            </p:tgtEl>
                                          </p:cBhvr>
                                        </p:animEffect>
                                      </p:childTnLst>
                                    </p:cTn>
                                  </p:par>
                                  <p:par>
                                    <p:cTn id="24" presetID="6" presetClass="emph" presetSubtype="0" autoRev="1" fill="hold" grpId="1" nodeType="withEffect">
                                      <p:stCondLst>
                                        <p:cond delay="1400"/>
                                      </p:stCondLst>
                                      <p:childTnLst>
                                        <p:animScale>
                                          <p:cBhvr>
                                            <p:cTn id="25" dur="150" fill="hold"/>
                                            <p:tgtEl>
                                              <p:spTgt spid="38"/>
                                            </p:tgtEl>
                                          </p:cBhvr>
                                          <p:by x="110000" y="110000"/>
                                        </p:animScale>
                                      </p:childTnLst>
                                    </p:cTn>
                                  </p:par>
                                  <p:par>
                                    <p:cTn id="26" presetID="53" presetClass="entr" presetSubtype="16" fill="hold" grpId="0" nodeType="withEffect">
                                      <p:stCondLst>
                                        <p:cond delay="1100"/>
                                      </p:stCondLst>
                                      <p:childTnLst>
                                        <p:set>
                                          <p:cBhvr>
                                            <p:cTn id="27" dur="1" fill="hold">
                                              <p:stCondLst>
                                                <p:cond delay="0"/>
                                              </p:stCondLst>
                                            </p:cTn>
                                            <p:tgtEl>
                                              <p:spTgt spid="39"/>
                                            </p:tgtEl>
                                            <p:attrNameLst>
                                              <p:attrName>style.visibility</p:attrName>
                                            </p:attrNameLst>
                                          </p:cBhvr>
                                          <p:to>
                                            <p:strVal val="visible"/>
                                          </p:to>
                                        </p:set>
                                        <p:anim calcmode="lin" valueType="num">
                                          <p:cBhvr>
                                            <p:cTn id="28" dur="300" fill="hold"/>
                                            <p:tgtEl>
                                              <p:spTgt spid="39"/>
                                            </p:tgtEl>
                                            <p:attrNameLst>
                                              <p:attrName>ppt_w</p:attrName>
                                            </p:attrNameLst>
                                          </p:cBhvr>
                                          <p:tavLst>
                                            <p:tav tm="0">
                                              <p:val>
                                                <p:fltVal val="0"/>
                                              </p:val>
                                            </p:tav>
                                            <p:tav tm="100000">
                                              <p:val>
                                                <p:strVal val="#ppt_w"/>
                                              </p:val>
                                            </p:tav>
                                          </p:tavLst>
                                        </p:anim>
                                        <p:anim calcmode="lin" valueType="num">
                                          <p:cBhvr>
                                            <p:cTn id="29" dur="300" fill="hold"/>
                                            <p:tgtEl>
                                              <p:spTgt spid="39"/>
                                            </p:tgtEl>
                                            <p:attrNameLst>
                                              <p:attrName>ppt_h</p:attrName>
                                            </p:attrNameLst>
                                          </p:cBhvr>
                                          <p:tavLst>
                                            <p:tav tm="0">
                                              <p:val>
                                                <p:fltVal val="0"/>
                                              </p:val>
                                            </p:tav>
                                            <p:tav tm="100000">
                                              <p:val>
                                                <p:strVal val="#ppt_h"/>
                                              </p:val>
                                            </p:tav>
                                          </p:tavLst>
                                        </p:anim>
                                        <p:animEffect transition="in" filter="fade">
                                          <p:cBhvr>
                                            <p:cTn id="30" dur="300"/>
                                            <p:tgtEl>
                                              <p:spTgt spid="39"/>
                                            </p:tgtEl>
                                          </p:cBhvr>
                                        </p:animEffect>
                                      </p:childTnLst>
                                    </p:cTn>
                                  </p:par>
                                  <p:par>
                                    <p:cTn id="31" presetID="6" presetClass="emph" presetSubtype="0" autoRev="1" fill="hold" grpId="1" nodeType="withEffect">
                                      <p:stCondLst>
                                        <p:cond delay="1400"/>
                                      </p:stCondLst>
                                      <p:childTnLst>
                                        <p:animScale>
                                          <p:cBhvr>
                                            <p:cTn id="32" dur="150" fill="hold"/>
                                            <p:tgtEl>
                                              <p:spTgt spid="39"/>
                                            </p:tgtEl>
                                          </p:cBhvr>
                                          <p:by x="110000" y="110000"/>
                                        </p:animScale>
                                      </p:childTnLst>
                                    </p:cTn>
                                  </p:par>
                                  <p:par>
                                    <p:cTn id="33" presetID="53" presetClass="entr" presetSubtype="16" fill="hold" grpId="0" nodeType="withEffect">
                                      <p:stCondLst>
                                        <p:cond delay="600"/>
                                      </p:stCondLst>
                                      <p:childTnLst>
                                        <p:set>
                                          <p:cBhvr>
                                            <p:cTn id="34" dur="1" fill="hold">
                                              <p:stCondLst>
                                                <p:cond delay="0"/>
                                              </p:stCondLst>
                                            </p:cTn>
                                            <p:tgtEl>
                                              <p:spTgt spid="40"/>
                                            </p:tgtEl>
                                            <p:attrNameLst>
                                              <p:attrName>style.visibility</p:attrName>
                                            </p:attrNameLst>
                                          </p:cBhvr>
                                          <p:to>
                                            <p:strVal val="visible"/>
                                          </p:to>
                                        </p:set>
                                        <p:anim calcmode="lin" valueType="num">
                                          <p:cBhvr>
                                            <p:cTn id="35" dur="300" fill="hold"/>
                                            <p:tgtEl>
                                              <p:spTgt spid="40"/>
                                            </p:tgtEl>
                                            <p:attrNameLst>
                                              <p:attrName>ppt_w</p:attrName>
                                            </p:attrNameLst>
                                          </p:cBhvr>
                                          <p:tavLst>
                                            <p:tav tm="0">
                                              <p:val>
                                                <p:fltVal val="0"/>
                                              </p:val>
                                            </p:tav>
                                            <p:tav tm="100000">
                                              <p:val>
                                                <p:strVal val="#ppt_w"/>
                                              </p:val>
                                            </p:tav>
                                          </p:tavLst>
                                        </p:anim>
                                        <p:anim calcmode="lin" valueType="num">
                                          <p:cBhvr>
                                            <p:cTn id="36" dur="300" fill="hold"/>
                                            <p:tgtEl>
                                              <p:spTgt spid="40"/>
                                            </p:tgtEl>
                                            <p:attrNameLst>
                                              <p:attrName>ppt_h</p:attrName>
                                            </p:attrNameLst>
                                          </p:cBhvr>
                                          <p:tavLst>
                                            <p:tav tm="0">
                                              <p:val>
                                                <p:fltVal val="0"/>
                                              </p:val>
                                            </p:tav>
                                            <p:tav tm="100000">
                                              <p:val>
                                                <p:strVal val="#ppt_h"/>
                                              </p:val>
                                            </p:tav>
                                          </p:tavLst>
                                        </p:anim>
                                        <p:animEffect transition="in" filter="fade">
                                          <p:cBhvr>
                                            <p:cTn id="37" dur="300"/>
                                            <p:tgtEl>
                                              <p:spTgt spid="40"/>
                                            </p:tgtEl>
                                          </p:cBhvr>
                                        </p:animEffect>
                                      </p:childTnLst>
                                    </p:cTn>
                                  </p:par>
                                  <p:par>
                                    <p:cTn id="38" presetID="6" presetClass="emph" presetSubtype="0" autoRev="1" fill="hold" grpId="1" nodeType="withEffect">
                                      <p:stCondLst>
                                        <p:cond delay="900"/>
                                      </p:stCondLst>
                                      <p:childTnLst>
                                        <p:animScale>
                                          <p:cBhvr>
                                            <p:cTn id="39" dur="150" fill="hold"/>
                                            <p:tgtEl>
                                              <p:spTgt spid="40"/>
                                            </p:tgtEl>
                                          </p:cBhvr>
                                          <p:by x="110000" y="110000"/>
                                        </p:animScale>
                                      </p:childTnLst>
                                    </p:cTn>
                                  </p:par>
                                  <p:par>
                                    <p:cTn id="40" presetID="53" presetClass="entr" presetSubtype="16" fill="hold" grpId="0" nodeType="withEffect">
                                      <p:stCondLst>
                                        <p:cond delay="100"/>
                                      </p:stCondLst>
                                      <p:childTnLst>
                                        <p:set>
                                          <p:cBhvr>
                                            <p:cTn id="41" dur="1" fill="hold">
                                              <p:stCondLst>
                                                <p:cond delay="0"/>
                                              </p:stCondLst>
                                            </p:cTn>
                                            <p:tgtEl>
                                              <p:spTgt spid="41"/>
                                            </p:tgtEl>
                                            <p:attrNameLst>
                                              <p:attrName>style.visibility</p:attrName>
                                            </p:attrNameLst>
                                          </p:cBhvr>
                                          <p:to>
                                            <p:strVal val="visible"/>
                                          </p:to>
                                        </p:set>
                                        <p:anim calcmode="lin" valueType="num">
                                          <p:cBhvr>
                                            <p:cTn id="42" dur="300" fill="hold"/>
                                            <p:tgtEl>
                                              <p:spTgt spid="41"/>
                                            </p:tgtEl>
                                            <p:attrNameLst>
                                              <p:attrName>ppt_w</p:attrName>
                                            </p:attrNameLst>
                                          </p:cBhvr>
                                          <p:tavLst>
                                            <p:tav tm="0">
                                              <p:val>
                                                <p:fltVal val="0"/>
                                              </p:val>
                                            </p:tav>
                                            <p:tav tm="100000">
                                              <p:val>
                                                <p:strVal val="#ppt_w"/>
                                              </p:val>
                                            </p:tav>
                                          </p:tavLst>
                                        </p:anim>
                                        <p:anim calcmode="lin" valueType="num">
                                          <p:cBhvr>
                                            <p:cTn id="43" dur="300" fill="hold"/>
                                            <p:tgtEl>
                                              <p:spTgt spid="41"/>
                                            </p:tgtEl>
                                            <p:attrNameLst>
                                              <p:attrName>ppt_h</p:attrName>
                                            </p:attrNameLst>
                                          </p:cBhvr>
                                          <p:tavLst>
                                            <p:tav tm="0">
                                              <p:val>
                                                <p:fltVal val="0"/>
                                              </p:val>
                                            </p:tav>
                                            <p:tav tm="100000">
                                              <p:val>
                                                <p:strVal val="#ppt_h"/>
                                              </p:val>
                                            </p:tav>
                                          </p:tavLst>
                                        </p:anim>
                                        <p:animEffect transition="in" filter="fade">
                                          <p:cBhvr>
                                            <p:cTn id="44" dur="300"/>
                                            <p:tgtEl>
                                              <p:spTgt spid="41"/>
                                            </p:tgtEl>
                                          </p:cBhvr>
                                        </p:animEffect>
                                      </p:childTnLst>
                                    </p:cTn>
                                  </p:par>
                                  <p:par>
                                    <p:cTn id="45" presetID="6" presetClass="emph" presetSubtype="0" autoRev="1" fill="hold" grpId="1" nodeType="withEffect">
                                      <p:stCondLst>
                                        <p:cond delay="400"/>
                                      </p:stCondLst>
                                      <p:childTnLst>
                                        <p:animScale>
                                          <p:cBhvr>
                                            <p:cTn id="46" dur="150" fill="hold"/>
                                            <p:tgtEl>
                                              <p:spTgt spid="41"/>
                                            </p:tgtEl>
                                          </p:cBhvr>
                                          <p:by x="110000" y="110000"/>
                                        </p:animScale>
                                      </p:childTnLst>
                                    </p:cTn>
                                  </p:par>
                                </p:childTnLst>
                              </p:cTn>
                            </p:par>
                            <p:par>
                              <p:cTn id="47" fill="hold">
                                <p:stCondLst>
                                  <p:cond delay="1700"/>
                                </p:stCondLst>
                                <p:childTnLst>
                                  <p:par>
                                    <p:cTn id="48" presetID="53" presetClass="entr" presetSubtype="16" fill="hold" grpId="0" nodeType="afterEffect">
                                      <p:stCondLst>
                                        <p:cond delay="0"/>
                                      </p:stCondLst>
                                      <p:childTnLst>
                                        <p:set>
                                          <p:cBhvr>
                                            <p:cTn id="49" dur="1" fill="hold">
                                              <p:stCondLst>
                                                <p:cond delay="0"/>
                                              </p:stCondLst>
                                            </p:cTn>
                                            <p:tgtEl>
                                              <p:spTgt spid="94"/>
                                            </p:tgtEl>
                                            <p:attrNameLst>
                                              <p:attrName>style.visibility</p:attrName>
                                            </p:attrNameLst>
                                          </p:cBhvr>
                                          <p:to>
                                            <p:strVal val="visible"/>
                                          </p:to>
                                        </p:set>
                                        <p:anim calcmode="lin" valueType="num">
                                          <p:cBhvr>
                                            <p:cTn id="50" dur="300" fill="hold"/>
                                            <p:tgtEl>
                                              <p:spTgt spid="94"/>
                                            </p:tgtEl>
                                            <p:attrNameLst>
                                              <p:attrName>ppt_w</p:attrName>
                                            </p:attrNameLst>
                                          </p:cBhvr>
                                          <p:tavLst>
                                            <p:tav tm="0">
                                              <p:val>
                                                <p:fltVal val="0"/>
                                              </p:val>
                                            </p:tav>
                                            <p:tav tm="100000">
                                              <p:val>
                                                <p:strVal val="#ppt_w"/>
                                              </p:val>
                                            </p:tav>
                                          </p:tavLst>
                                        </p:anim>
                                        <p:anim calcmode="lin" valueType="num">
                                          <p:cBhvr>
                                            <p:cTn id="51" dur="300" fill="hold"/>
                                            <p:tgtEl>
                                              <p:spTgt spid="94"/>
                                            </p:tgtEl>
                                            <p:attrNameLst>
                                              <p:attrName>ppt_h</p:attrName>
                                            </p:attrNameLst>
                                          </p:cBhvr>
                                          <p:tavLst>
                                            <p:tav tm="0">
                                              <p:val>
                                                <p:fltVal val="0"/>
                                              </p:val>
                                            </p:tav>
                                            <p:tav tm="100000">
                                              <p:val>
                                                <p:strVal val="#ppt_h"/>
                                              </p:val>
                                            </p:tav>
                                          </p:tavLst>
                                        </p:anim>
                                        <p:animEffect transition="in" filter="fade">
                                          <p:cBhvr>
                                            <p:cTn id="52" dur="300"/>
                                            <p:tgtEl>
                                              <p:spTgt spid="94"/>
                                            </p:tgtEl>
                                          </p:cBhvr>
                                        </p:animEffect>
                                      </p:childTnLst>
                                    </p:cTn>
                                  </p:par>
                                  <p:par>
                                    <p:cTn id="53" presetID="6" presetClass="emph" presetSubtype="0" autoRev="1" fill="hold" grpId="1" nodeType="withEffect">
                                      <p:stCondLst>
                                        <p:cond delay="300"/>
                                      </p:stCondLst>
                                      <p:childTnLst>
                                        <p:animScale>
                                          <p:cBhvr>
                                            <p:cTn id="54" dur="150" fill="hold"/>
                                            <p:tgtEl>
                                              <p:spTgt spid="94"/>
                                            </p:tgtEl>
                                          </p:cBhvr>
                                          <p:by x="110000" y="110000"/>
                                        </p:animScale>
                                      </p:childTnLst>
                                    </p:cTn>
                                  </p:par>
                                  <p:par>
                                    <p:cTn id="55" presetID="53" presetClass="entr" presetSubtype="16" fill="hold" grpId="0" nodeType="withEffect">
                                      <p:stCondLst>
                                        <p:cond delay="500"/>
                                      </p:stCondLst>
                                      <p:childTnLst>
                                        <p:set>
                                          <p:cBhvr>
                                            <p:cTn id="56" dur="1" fill="hold">
                                              <p:stCondLst>
                                                <p:cond delay="0"/>
                                              </p:stCondLst>
                                            </p:cTn>
                                            <p:tgtEl>
                                              <p:spTgt spid="95"/>
                                            </p:tgtEl>
                                            <p:attrNameLst>
                                              <p:attrName>style.visibility</p:attrName>
                                            </p:attrNameLst>
                                          </p:cBhvr>
                                          <p:to>
                                            <p:strVal val="visible"/>
                                          </p:to>
                                        </p:set>
                                        <p:anim calcmode="lin" valueType="num">
                                          <p:cBhvr>
                                            <p:cTn id="57" dur="300" fill="hold"/>
                                            <p:tgtEl>
                                              <p:spTgt spid="95"/>
                                            </p:tgtEl>
                                            <p:attrNameLst>
                                              <p:attrName>ppt_w</p:attrName>
                                            </p:attrNameLst>
                                          </p:cBhvr>
                                          <p:tavLst>
                                            <p:tav tm="0">
                                              <p:val>
                                                <p:fltVal val="0"/>
                                              </p:val>
                                            </p:tav>
                                            <p:tav tm="100000">
                                              <p:val>
                                                <p:strVal val="#ppt_w"/>
                                              </p:val>
                                            </p:tav>
                                          </p:tavLst>
                                        </p:anim>
                                        <p:anim calcmode="lin" valueType="num">
                                          <p:cBhvr>
                                            <p:cTn id="58" dur="300" fill="hold"/>
                                            <p:tgtEl>
                                              <p:spTgt spid="95"/>
                                            </p:tgtEl>
                                            <p:attrNameLst>
                                              <p:attrName>ppt_h</p:attrName>
                                            </p:attrNameLst>
                                          </p:cBhvr>
                                          <p:tavLst>
                                            <p:tav tm="0">
                                              <p:val>
                                                <p:fltVal val="0"/>
                                              </p:val>
                                            </p:tav>
                                            <p:tav tm="100000">
                                              <p:val>
                                                <p:strVal val="#ppt_h"/>
                                              </p:val>
                                            </p:tav>
                                          </p:tavLst>
                                        </p:anim>
                                        <p:animEffect transition="in" filter="fade">
                                          <p:cBhvr>
                                            <p:cTn id="59" dur="300"/>
                                            <p:tgtEl>
                                              <p:spTgt spid="95"/>
                                            </p:tgtEl>
                                          </p:cBhvr>
                                        </p:animEffect>
                                      </p:childTnLst>
                                    </p:cTn>
                                  </p:par>
                                  <p:par>
                                    <p:cTn id="60" presetID="6" presetClass="emph" presetSubtype="0" autoRev="1" fill="hold" grpId="1" nodeType="withEffect">
                                      <p:stCondLst>
                                        <p:cond delay="800"/>
                                      </p:stCondLst>
                                      <p:childTnLst>
                                        <p:animScale>
                                          <p:cBhvr>
                                            <p:cTn id="61" dur="300" fill="hold"/>
                                            <p:tgtEl>
                                              <p:spTgt spid="95"/>
                                            </p:tgtEl>
                                          </p:cBhvr>
                                          <p:by x="110000" y="110000"/>
                                        </p:animScale>
                                      </p:childTnLst>
                                    </p:cTn>
                                  </p:par>
                                </p:childTnLst>
                              </p:cTn>
                            </p:par>
                            <p:par>
                              <p:cTn id="62" fill="hold">
                                <p:stCondLst>
                                  <p:cond delay="3100"/>
                                </p:stCondLst>
                                <p:childTnLst>
                                  <p:par>
                                    <p:cTn id="63" presetID="22" presetClass="entr" presetSubtype="8" fill="hold" nodeType="after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wipe(left)">
                                          <p:cBhvr>
                                            <p:cTn id="65" dur="250"/>
                                            <p:tgtEl>
                                              <p:spTgt spid="3"/>
                                            </p:tgtEl>
                                          </p:cBhvr>
                                        </p:animEffect>
                                      </p:childTnLst>
                                    </p:cTn>
                                  </p:par>
                                </p:childTnLst>
                              </p:cTn>
                            </p:par>
                            <p:par>
                              <p:cTn id="66" fill="hold">
                                <p:stCondLst>
                                  <p:cond delay="3350"/>
                                </p:stCondLst>
                                <p:childTnLst>
                                  <p:par>
                                    <p:cTn id="67" presetID="53" presetClass="entr" presetSubtype="16" fill="hold" grpId="0" nodeType="afterEffect">
                                      <p:stCondLst>
                                        <p:cond delay="0"/>
                                      </p:stCondLst>
                                      <p:childTnLst>
                                        <p:set>
                                          <p:cBhvr>
                                            <p:cTn id="68" dur="1" fill="hold">
                                              <p:stCondLst>
                                                <p:cond delay="0"/>
                                              </p:stCondLst>
                                            </p:cTn>
                                            <p:tgtEl>
                                              <p:spTgt spid="86"/>
                                            </p:tgtEl>
                                            <p:attrNameLst>
                                              <p:attrName>style.visibility</p:attrName>
                                            </p:attrNameLst>
                                          </p:cBhvr>
                                          <p:to>
                                            <p:strVal val="visible"/>
                                          </p:to>
                                        </p:set>
                                        <p:anim calcmode="lin" valueType="num">
                                          <p:cBhvr>
                                            <p:cTn id="69" dur="300" fill="hold"/>
                                            <p:tgtEl>
                                              <p:spTgt spid="86"/>
                                            </p:tgtEl>
                                            <p:attrNameLst>
                                              <p:attrName>ppt_w</p:attrName>
                                            </p:attrNameLst>
                                          </p:cBhvr>
                                          <p:tavLst>
                                            <p:tav tm="0">
                                              <p:val>
                                                <p:fltVal val="0"/>
                                              </p:val>
                                            </p:tav>
                                            <p:tav tm="100000">
                                              <p:val>
                                                <p:strVal val="#ppt_w"/>
                                              </p:val>
                                            </p:tav>
                                          </p:tavLst>
                                        </p:anim>
                                        <p:anim calcmode="lin" valueType="num">
                                          <p:cBhvr>
                                            <p:cTn id="70" dur="300" fill="hold"/>
                                            <p:tgtEl>
                                              <p:spTgt spid="86"/>
                                            </p:tgtEl>
                                            <p:attrNameLst>
                                              <p:attrName>ppt_h</p:attrName>
                                            </p:attrNameLst>
                                          </p:cBhvr>
                                          <p:tavLst>
                                            <p:tav tm="0">
                                              <p:val>
                                                <p:fltVal val="0"/>
                                              </p:val>
                                            </p:tav>
                                            <p:tav tm="100000">
                                              <p:val>
                                                <p:strVal val="#ppt_h"/>
                                              </p:val>
                                            </p:tav>
                                          </p:tavLst>
                                        </p:anim>
                                        <p:animEffect transition="in" filter="fade">
                                          <p:cBhvr>
                                            <p:cTn id="71" dur="300"/>
                                            <p:tgtEl>
                                              <p:spTgt spid="86"/>
                                            </p:tgtEl>
                                          </p:cBhvr>
                                        </p:animEffect>
                                      </p:childTnLst>
                                    </p:cTn>
                                  </p:par>
                                  <p:par>
                                    <p:cTn id="72" presetID="6" presetClass="emph" presetSubtype="0" autoRev="1" fill="hold" grpId="1" nodeType="withEffect">
                                      <p:stCondLst>
                                        <p:cond delay="300"/>
                                      </p:stCondLst>
                                      <p:childTnLst>
                                        <p:animScale>
                                          <p:cBhvr>
                                            <p:cTn id="73" dur="150" fill="hold"/>
                                            <p:tgtEl>
                                              <p:spTgt spid="86"/>
                                            </p:tgtEl>
                                          </p:cBhvr>
                                          <p:by x="110000" y="110000"/>
                                        </p:animScale>
                                      </p:childTnLst>
                                    </p:cTn>
                                  </p:par>
                                  <p:par>
                                    <p:cTn id="74" presetID="53" presetClass="entr" presetSubtype="16" fill="hold" grpId="0" nodeType="withEffect">
                                      <p:stCondLst>
                                        <p:cond delay="500"/>
                                      </p:stCondLst>
                                      <p:childTnLst>
                                        <p:set>
                                          <p:cBhvr>
                                            <p:cTn id="75" dur="1" fill="hold">
                                              <p:stCondLst>
                                                <p:cond delay="0"/>
                                              </p:stCondLst>
                                            </p:cTn>
                                            <p:tgtEl>
                                              <p:spTgt spid="87"/>
                                            </p:tgtEl>
                                            <p:attrNameLst>
                                              <p:attrName>style.visibility</p:attrName>
                                            </p:attrNameLst>
                                          </p:cBhvr>
                                          <p:to>
                                            <p:strVal val="visible"/>
                                          </p:to>
                                        </p:set>
                                        <p:anim calcmode="lin" valueType="num">
                                          <p:cBhvr>
                                            <p:cTn id="76" dur="300" fill="hold"/>
                                            <p:tgtEl>
                                              <p:spTgt spid="87"/>
                                            </p:tgtEl>
                                            <p:attrNameLst>
                                              <p:attrName>ppt_w</p:attrName>
                                            </p:attrNameLst>
                                          </p:cBhvr>
                                          <p:tavLst>
                                            <p:tav tm="0">
                                              <p:val>
                                                <p:fltVal val="0"/>
                                              </p:val>
                                            </p:tav>
                                            <p:tav tm="100000">
                                              <p:val>
                                                <p:strVal val="#ppt_w"/>
                                              </p:val>
                                            </p:tav>
                                          </p:tavLst>
                                        </p:anim>
                                        <p:anim calcmode="lin" valueType="num">
                                          <p:cBhvr>
                                            <p:cTn id="77" dur="300" fill="hold"/>
                                            <p:tgtEl>
                                              <p:spTgt spid="87"/>
                                            </p:tgtEl>
                                            <p:attrNameLst>
                                              <p:attrName>ppt_h</p:attrName>
                                            </p:attrNameLst>
                                          </p:cBhvr>
                                          <p:tavLst>
                                            <p:tav tm="0">
                                              <p:val>
                                                <p:fltVal val="0"/>
                                              </p:val>
                                            </p:tav>
                                            <p:tav tm="100000">
                                              <p:val>
                                                <p:strVal val="#ppt_h"/>
                                              </p:val>
                                            </p:tav>
                                          </p:tavLst>
                                        </p:anim>
                                        <p:animEffect transition="in" filter="fade">
                                          <p:cBhvr>
                                            <p:cTn id="78" dur="300"/>
                                            <p:tgtEl>
                                              <p:spTgt spid="87"/>
                                            </p:tgtEl>
                                          </p:cBhvr>
                                        </p:animEffect>
                                      </p:childTnLst>
                                    </p:cTn>
                                  </p:par>
                                  <p:par>
                                    <p:cTn id="79" presetID="6" presetClass="emph" presetSubtype="0" autoRev="1" fill="hold" grpId="1" nodeType="withEffect">
                                      <p:stCondLst>
                                        <p:cond delay="800"/>
                                      </p:stCondLst>
                                      <p:childTnLst>
                                        <p:animScale>
                                          <p:cBhvr>
                                            <p:cTn id="80" dur="300" fill="hold"/>
                                            <p:tgtEl>
                                              <p:spTgt spid="87"/>
                                            </p:tgtEl>
                                          </p:cBhvr>
                                          <p:by x="110000" y="110000"/>
                                        </p:animScale>
                                      </p:childTnLst>
                                    </p:cTn>
                                  </p:par>
                                  <p:par>
                                    <p:cTn id="81" presetID="22" presetClass="entr" presetSubtype="8" fill="hold" nodeType="withEffect">
                                      <p:stCondLst>
                                        <p:cond delay="800"/>
                                      </p:stCondLst>
                                      <p:childTnLst>
                                        <p:set>
                                          <p:cBhvr>
                                            <p:cTn id="82" dur="1" fill="hold">
                                              <p:stCondLst>
                                                <p:cond delay="0"/>
                                              </p:stCondLst>
                                            </p:cTn>
                                            <p:tgtEl>
                                              <p:spTgt spid="96"/>
                                            </p:tgtEl>
                                            <p:attrNameLst>
                                              <p:attrName>style.visibility</p:attrName>
                                            </p:attrNameLst>
                                          </p:cBhvr>
                                          <p:to>
                                            <p:strVal val="visible"/>
                                          </p:to>
                                        </p:set>
                                        <p:animEffect transition="in" filter="wipe(left)">
                                          <p:cBhvr>
                                            <p:cTn id="83" dur="500"/>
                                            <p:tgtEl>
                                              <p:spTgt spid="96"/>
                                            </p:tgtEl>
                                          </p:cBhvr>
                                        </p:animEffect>
                                      </p:childTnLst>
                                    </p:cTn>
                                  </p:par>
                                </p:childTnLst>
                              </p:cTn>
                            </p:par>
                            <p:par>
                              <p:cTn id="84" fill="hold">
                                <p:stCondLst>
                                  <p:cond delay="4750"/>
                                </p:stCondLst>
                                <p:childTnLst>
                                  <p:par>
                                    <p:cTn id="85" presetID="53" presetClass="entr" presetSubtype="16" fill="hold" grpId="0" nodeType="afterEffect">
                                      <p:stCondLst>
                                        <p:cond delay="0"/>
                                      </p:stCondLst>
                                      <p:childTnLst>
                                        <p:set>
                                          <p:cBhvr>
                                            <p:cTn id="86" dur="1" fill="hold">
                                              <p:stCondLst>
                                                <p:cond delay="0"/>
                                              </p:stCondLst>
                                            </p:cTn>
                                            <p:tgtEl>
                                              <p:spTgt spid="88"/>
                                            </p:tgtEl>
                                            <p:attrNameLst>
                                              <p:attrName>style.visibility</p:attrName>
                                            </p:attrNameLst>
                                          </p:cBhvr>
                                          <p:to>
                                            <p:strVal val="visible"/>
                                          </p:to>
                                        </p:set>
                                        <p:anim calcmode="lin" valueType="num">
                                          <p:cBhvr>
                                            <p:cTn id="87" dur="300" fill="hold"/>
                                            <p:tgtEl>
                                              <p:spTgt spid="88"/>
                                            </p:tgtEl>
                                            <p:attrNameLst>
                                              <p:attrName>ppt_w</p:attrName>
                                            </p:attrNameLst>
                                          </p:cBhvr>
                                          <p:tavLst>
                                            <p:tav tm="0">
                                              <p:val>
                                                <p:fltVal val="0"/>
                                              </p:val>
                                            </p:tav>
                                            <p:tav tm="100000">
                                              <p:val>
                                                <p:strVal val="#ppt_w"/>
                                              </p:val>
                                            </p:tav>
                                          </p:tavLst>
                                        </p:anim>
                                        <p:anim calcmode="lin" valueType="num">
                                          <p:cBhvr>
                                            <p:cTn id="88" dur="300" fill="hold"/>
                                            <p:tgtEl>
                                              <p:spTgt spid="88"/>
                                            </p:tgtEl>
                                            <p:attrNameLst>
                                              <p:attrName>ppt_h</p:attrName>
                                            </p:attrNameLst>
                                          </p:cBhvr>
                                          <p:tavLst>
                                            <p:tav tm="0">
                                              <p:val>
                                                <p:fltVal val="0"/>
                                              </p:val>
                                            </p:tav>
                                            <p:tav tm="100000">
                                              <p:val>
                                                <p:strVal val="#ppt_h"/>
                                              </p:val>
                                            </p:tav>
                                          </p:tavLst>
                                        </p:anim>
                                        <p:animEffect transition="in" filter="fade">
                                          <p:cBhvr>
                                            <p:cTn id="89" dur="300"/>
                                            <p:tgtEl>
                                              <p:spTgt spid="88"/>
                                            </p:tgtEl>
                                          </p:cBhvr>
                                        </p:animEffect>
                                      </p:childTnLst>
                                    </p:cTn>
                                  </p:par>
                                  <p:par>
                                    <p:cTn id="90" presetID="6" presetClass="emph" presetSubtype="0" autoRev="1" fill="hold" grpId="1" nodeType="withEffect">
                                      <p:stCondLst>
                                        <p:cond delay="300"/>
                                      </p:stCondLst>
                                      <p:childTnLst>
                                        <p:animScale>
                                          <p:cBhvr>
                                            <p:cTn id="91" dur="150" fill="hold"/>
                                            <p:tgtEl>
                                              <p:spTgt spid="88"/>
                                            </p:tgtEl>
                                          </p:cBhvr>
                                          <p:by x="110000" y="110000"/>
                                        </p:animScale>
                                      </p:childTnLst>
                                    </p:cTn>
                                  </p:par>
                                  <p:par>
                                    <p:cTn id="92" presetID="53" presetClass="entr" presetSubtype="16" fill="hold" grpId="0" nodeType="withEffect">
                                      <p:stCondLst>
                                        <p:cond delay="500"/>
                                      </p:stCondLst>
                                      <p:childTnLst>
                                        <p:set>
                                          <p:cBhvr>
                                            <p:cTn id="93" dur="1" fill="hold">
                                              <p:stCondLst>
                                                <p:cond delay="0"/>
                                              </p:stCondLst>
                                            </p:cTn>
                                            <p:tgtEl>
                                              <p:spTgt spid="89"/>
                                            </p:tgtEl>
                                            <p:attrNameLst>
                                              <p:attrName>style.visibility</p:attrName>
                                            </p:attrNameLst>
                                          </p:cBhvr>
                                          <p:to>
                                            <p:strVal val="visible"/>
                                          </p:to>
                                        </p:set>
                                        <p:anim calcmode="lin" valueType="num">
                                          <p:cBhvr>
                                            <p:cTn id="94" dur="300" fill="hold"/>
                                            <p:tgtEl>
                                              <p:spTgt spid="89"/>
                                            </p:tgtEl>
                                            <p:attrNameLst>
                                              <p:attrName>ppt_w</p:attrName>
                                            </p:attrNameLst>
                                          </p:cBhvr>
                                          <p:tavLst>
                                            <p:tav tm="0">
                                              <p:val>
                                                <p:fltVal val="0"/>
                                              </p:val>
                                            </p:tav>
                                            <p:tav tm="100000">
                                              <p:val>
                                                <p:strVal val="#ppt_w"/>
                                              </p:val>
                                            </p:tav>
                                          </p:tavLst>
                                        </p:anim>
                                        <p:anim calcmode="lin" valueType="num">
                                          <p:cBhvr>
                                            <p:cTn id="95" dur="300" fill="hold"/>
                                            <p:tgtEl>
                                              <p:spTgt spid="89"/>
                                            </p:tgtEl>
                                            <p:attrNameLst>
                                              <p:attrName>ppt_h</p:attrName>
                                            </p:attrNameLst>
                                          </p:cBhvr>
                                          <p:tavLst>
                                            <p:tav tm="0">
                                              <p:val>
                                                <p:fltVal val="0"/>
                                              </p:val>
                                            </p:tav>
                                            <p:tav tm="100000">
                                              <p:val>
                                                <p:strVal val="#ppt_h"/>
                                              </p:val>
                                            </p:tav>
                                          </p:tavLst>
                                        </p:anim>
                                        <p:animEffect transition="in" filter="fade">
                                          <p:cBhvr>
                                            <p:cTn id="96" dur="300"/>
                                            <p:tgtEl>
                                              <p:spTgt spid="89"/>
                                            </p:tgtEl>
                                          </p:cBhvr>
                                        </p:animEffect>
                                      </p:childTnLst>
                                    </p:cTn>
                                  </p:par>
                                  <p:par>
                                    <p:cTn id="97" presetID="6" presetClass="emph" presetSubtype="0" autoRev="1" fill="hold" grpId="1" nodeType="withEffect">
                                      <p:stCondLst>
                                        <p:cond delay="800"/>
                                      </p:stCondLst>
                                      <p:childTnLst>
                                        <p:animScale>
                                          <p:cBhvr>
                                            <p:cTn id="98" dur="300" fill="hold"/>
                                            <p:tgtEl>
                                              <p:spTgt spid="89"/>
                                            </p:tgtEl>
                                          </p:cBhvr>
                                          <p:by x="110000" y="110000"/>
                                        </p:animScale>
                                      </p:childTnLst>
                                    </p:cTn>
                                  </p:par>
                                  <p:par>
                                    <p:cTn id="99" presetID="22" presetClass="entr" presetSubtype="8" fill="hold" nodeType="withEffect">
                                      <p:stCondLst>
                                        <p:cond delay="1200"/>
                                      </p:stCondLst>
                                      <p:childTnLst>
                                        <p:set>
                                          <p:cBhvr>
                                            <p:cTn id="100" dur="1" fill="hold">
                                              <p:stCondLst>
                                                <p:cond delay="0"/>
                                              </p:stCondLst>
                                            </p:cTn>
                                            <p:tgtEl>
                                              <p:spTgt spid="97"/>
                                            </p:tgtEl>
                                            <p:attrNameLst>
                                              <p:attrName>style.visibility</p:attrName>
                                            </p:attrNameLst>
                                          </p:cBhvr>
                                          <p:to>
                                            <p:strVal val="visible"/>
                                          </p:to>
                                        </p:set>
                                        <p:animEffect transition="in" filter="wipe(left)">
                                          <p:cBhvr>
                                            <p:cTn id="101" dur="500"/>
                                            <p:tgtEl>
                                              <p:spTgt spid="97"/>
                                            </p:tgtEl>
                                          </p:cBhvr>
                                        </p:animEffect>
                                      </p:childTnLst>
                                    </p:cTn>
                                  </p:par>
                                </p:childTnLst>
                              </p:cTn>
                            </p:par>
                            <p:par>
                              <p:cTn id="102" fill="hold">
                                <p:stCondLst>
                                  <p:cond delay="6450"/>
                                </p:stCondLst>
                                <p:childTnLst>
                                  <p:par>
                                    <p:cTn id="103" presetID="53" presetClass="entr" presetSubtype="16" fill="hold" grpId="0" nodeType="afterEffect">
                                      <p:stCondLst>
                                        <p:cond delay="0"/>
                                      </p:stCondLst>
                                      <p:childTnLst>
                                        <p:set>
                                          <p:cBhvr>
                                            <p:cTn id="104" dur="1" fill="hold">
                                              <p:stCondLst>
                                                <p:cond delay="0"/>
                                              </p:stCondLst>
                                            </p:cTn>
                                            <p:tgtEl>
                                              <p:spTgt spid="90"/>
                                            </p:tgtEl>
                                            <p:attrNameLst>
                                              <p:attrName>style.visibility</p:attrName>
                                            </p:attrNameLst>
                                          </p:cBhvr>
                                          <p:to>
                                            <p:strVal val="visible"/>
                                          </p:to>
                                        </p:set>
                                        <p:anim calcmode="lin" valueType="num">
                                          <p:cBhvr>
                                            <p:cTn id="105" dur="300" fill="hold"/>
                                            <p:tgtEl>
                                              <p:spTgt spid="90"/>
                                            </p:tgtEl>
                                            <p:attrNameLst>
                                              <p:attrName>ppt_w</p:attrName>
                                            </p:attrNameLst>
                                          </p:cBhvr>
                                          <p:tavLst>
                                            <p:tav tm="0">
                                              <p:val>
                                                <p:fltVal val="0"/>
                                              </p:val>
                                            </p:tav>
                                            <p:tav tm="100000">
                                              <p:val>
                                                <p:strVal val="#ppt_w"/>
                                              </p:val>
                                            </p:tav>
                                          </p:tavLst>
                                        </p:anim>
                                        <p:anim calcmode="lin" valueType="num">
                                          <p:cBhvr>
                                            <p:cTn id="106" dur="300" fill="hold"/>
                                            <p:tgtEl>
                                              <p:spTgt spid="90"/>
                                            </p:tgtEl>
                                            <p:attrNameLst>
                                              <p:attrName>ppt_h</p:attrName>
                                            </p:attrNameLst>
                                          </p:cBhvr>
                                          <p:tavLst>
                                            <p:tav tm="0">
                                              <p:val>
                                                <p:fltVal val="0"/>
                                              </p:val>
                                            </p:tav>
                                            <p:tav tm="100000">
                                              <p:val>
                                                <p:strVal val="#ppt_h"/>
                                              </p:val>
                                            </p:tav>
                                          </p:tavLst>
                                        </p:anim>
                                        <p:animEffect transition="in" filter="fade">
                                          <p:cBhvr>
                                            <p:cTn id="107" dur="300"/>
                                            <p:tgtEl>
                                              <p:spTgt spid="90"/>
                                            </p:tgtEl>
                                          </p:cBhvr>
                                        </p:animEffect>
                                      </p:childTnLst>
                                    </p:cTn>
                                  </p:par>
                                </p:childTnLst>
                              </p:cTn>
                            </p:par>
                            <p:par>
                              <p:cTn id="108" fill="hold">
                                <p:stCondLst>
                                  <p:cond delay="6750"/>
                                </p:stCondLst>
                                <p:childTnLst>
                                  <p:par>
                                    <p:cTn id="109" presetID="6" presetClass="emph" presetSubtype="0" autoRev="1" fill="hold" grpId="1" nodeType="afterEffect">
                                      <p:stCondLst>
                                        <p:cond delay="300"/>
                                      </p:stCondLst>
                                      <p:childTnLst>
                                        <p:animScale>
                                          <p:cBhvr>
                                            <p:cTn id="110" dur="150" fill="hold"/>
                                            <p:tgtEl>
                                              <p:spTgt spid="90"/>
                                            </p:tgtEl>
                                          </p:cBhvr>
                                          <p:by x="110000" y="110000"/>
                                        </p:animScale>
                                      </p:childTnLst>
                                    </p:cTn>
                                  </p:par>
                                  <p:par>
                                    <p:cTn id="111" presetID="53" presetClass="entr" presetSubtype="16" fill="hold" grpId="0" nodeType="withEffect">
                                      <p:stCondLst>
                                        <p:cond delay="500"/>
                                      </p:stCondLst>
                                      <p:childTnLst>
                                        <p:set>
                                          <p:cBhvr>
                                            <p:cTn id="112" dur="1" fill="hold">
                                              <p:stCondLst>
                                                <p:cond delay="0"/>
                                              </p:stCondLst>
                                            </p:cTn>
                                            <p:tgtEl>
                                              <p:spTgt spid="91"/>
                                            </p:tgtEl>
                                            <p:attrNameLst>
                                              <p:attrName>style.visibility</p:attrName>
                                            </p:attrNameLst>
                                          </p:cBhvr>
                                          <p:to>
                                            <p:strVal val="visible"/>
                                          </p:to>
                                        </p:set>
                                        <p:anim calcmode="lin" valueType="num">
                                          <p:cBhvr>
                                            <p:cTn id="113" dur="300" fill="hold"/>
                                            <p:tgtEl>
                                              <p:spTgt spid="91"/>
                                            </p:tgtEl>
                                            <p:attrNameLst>
                                              <p:attrName>ppt_w</p:attrName>
                                            </p:attrNameLst>
                                          </p:cBhvr>
                                          <p:tavLst>
                                            <p:tav tm="0">
                                              <p:val>
                                                <p:fltVal val="0"/>
                                              </p:val>
                                            </p:tav>
                                            <p:tav tm="100000">
                                              <p:val>
                                                <p:strVal val="#ppt_w"/>
                                              </p:val>
                                            </p:tav>
                                          </p:tavLst>
                                        </p:anim>
                                        <p:anim calcmode="lin" valueType="num">
                                          <p:cBhvr>
                                            <p:cTn id="114" dur="300" fill="hold"/>
                                            <p:tgtEl>
                                              <p:spTgt spid="91"/>
                                            </p:tgtEl>
                                            <p:attrNameLst>
                                              <p:attrName>ppt_h</p:attrName>
                                            </p:attrNameLst>
                                          </p:cBhvr>
                                          <p:tavLst>
                                            <p:tav tm="0">
                                              <p:val>
                                                <p:fltVal val="0"/>
                                              </p:val>
                                            </p:tav>
                                            <p:tav tm="100000">
                                              <p:val>
                                                <p:strVal val="#ppt_h"/>
                                              </p:val>
                                            </p:tav>
                                          </p:tavLst>
                                        </p:anim>
                                        <p:animEffect transition="in" filter="fade">
                                          <p:cBhvr>
                                            <p:cTn id="115" dur="300"/>
                                            <p:tgtEl>
                                              <p:spTgt spid="91"/>
                                            </p:tgtEl>
                                          </p:cBhvr>
                                        </p:animEffect>
                                      </p:childTnLst>
                                    </p:cTn>
                                  </p:par>
                                  <p:par>
                                    <p:cTn id="116" presetID="6" presetClass="emph" presetSubtype="0" autoRev="1" fill="hold" grpId="1" nodeType="withEffect">
                                      <p:stCondLst>
                                        <p:cond delay="800"/>
                                      </p:stCondLst>
                                      <p:childTnLst>
                                        <p:animScale>
                                          <p:cBhvr>
                                            <p:cTn id="117" dur="300" fill="hold"/>
                                            <p:tgtEl>
                                              <p:spTgt spid="91"/>
                                            </p:tgtEl>
                                          </p:cBhvr>
                                          <p:by x="110000" y="110000"/>
                                        </p:animScale>
                                      </p:childTnLst>
                                    </p:cTn>
                                  </p:par>
                                  <p:par>
                                    <p:cTn id="118" presetID="22" presetClass="entr" presetSubtype="8" fill="hold" nodeType="withEffect">
                                      <p:stCondLst>
                                        <p:cond delay="1600"/>
                                      </p:stCondLst>
                                      <p:childTnLst>
                                        <p:set>
                                          <p:cBhvr>
                                            <p:cTn id="119" dur="1" fill="hold">
                                              <p:stCondLst>
                                                <p:cond delay="0"/>
                                              </p:stCondLst>
                                            </p:cTn>
                                            <p:tgtEl>
                                              <p:spTgt spid="98"/>
                                            </p:tgtEl>
                                            <p:attrNameLst>
                                              <p:attrName>style.visibility</p:attrName>
                                            </p:attrNameLst>
                                          </p:cBhvr>
                                          <p:to>
                                            <p:strVal val="visible"/>
                                          </p:to>
                                        </p:set>
                                        <p:animEffect transition="in" filter="wipe(left)">
                                          <p:cBhvr>
                                            <p:cTn id="120" dur="500"/>
                                            <p:tgtEl>
                                              <p:spTgt spid="98"/>
                                            </p:tgtEl>
                                          </p:cBhvr>
                                        </p:animEffect>
                                      </p:childTnLst>
                                    </p:cTn>
                                  </p:par>
                                </p:childTnLst>
                              </p:cTn>
                            </p:par>
                            <p:par>
                              <p:cTn id="121" fill="hold">
                                <p:stCondLst>
                                  <p:cond delay="8850"/>
                                </p:stCondLst>
                                <p:childTnLst>
                                  <p:par>
                                    <p:cTn id="122" presetID="53" presetClass="entr" presetSubtype="16" fill="hold" grpId="0" nodeType="afterEffect">
                                      <p:stCondLst>
                                        <p:cond delay="0"/>
                                      </p:stCondLst>
                                      <p:childTnLst>
                                        <p:set>
                                          <p:cBhvr>
                                            <p:cTn id="123" dur="1" fill="hold">
                                              <p:stCondLst>
                                                <p:cond delay="0"/>
                                              </p:stCondLst>
                                            </p:cTn>
                                            <p:tgtEl>
                                              <p:spTgt spid="92"/>
                                            </p:tgtEl>
                                            <p:attrNameLst>
                                              <p:attrName>style.visibility</p:attrName>
                                            </p:attrNameLst>
                                          </p:cBhvr>
                                          <p:to>
                                            <p:strVal val="visible"/>
                                          </p:to>
                                        </p:set>
                                        <p:anim calcmode="lin" valueType="num">
                                          <p:cBhvr>
                                            <p:cTn id="124" dur="300" fill="hold"/>
                                            <p:tgtEl>
                                              <p:spTgt spid="92"/>
                                            </p:tgtEl>
                                            <p:attrNameLst>
                                              <p:attrName>ppt_w</p:attrName>
                                            </p:attrNameLst>
                                          </p:cBhvr>
                                          <p:tavLst>
                                            <p:tav tm="0">
                                              <p:val>
                                                <p:fltVal val="0"/>
                                              </p:val>
                                            </p:tav>
                                            <p:tav tm="100000">
                                              <p:val>
                                                <p:strVal val="#ppt_w"/>
                                              </p:val>
                                            </p:tav>
                                          </p:tavLst>
                                        </p:anim>
                                        <p:anim calcmode="lin" valueType="num">
                                          <p:cBhvr>
                                            <p:cTn id="125" dur="300" fill="hold"/>
                                            <p:tgtEl>
                                              <p:spTgt spid="92"/>
                                            </p:tgtEl>
                                            <p:attrNameLst>
                                              <p:attrName>ppt_h</p:attrName>
                                            </p:attrNameLst>
                                          </p:cBhvr>
                                          <p:tavLst>
                                            <p:tav tm="0">
                                              <p:val>
                                                <p:fltVal val="0"/>
                                              </p:val>
                                            </p:tav>
                                            <p:tav tm="100000">
                                              <p:val>
                                                <p:strVal val="#ppt_h"/>
                                              </p:val>
                                            </p:tav>
                                          </p:tavLst>
                                        </p:anim>
                                        <p:animEffect transition="in" filter="fade">
                                          <p:cBhvr>
                                            <p:cTn id="126" dur="300"/>
                                            <p:tgtEl>
                                              <p:spTgt spid="92"/>
                                            </p:tgtEl>
                                          </p:cBhvr>
                                        </p:animEffect>
                                      </p:childTnLst>
                                    </p:cTn>
                                  </p:par>
                                </p:childTnLst>
                              </p:cTn>
                            </p:par>
                            <p:par>
                              <p:cTn id="127" fill="hold">
                                <p:stCondLst>
                                  <p:cond delay="9150"/>
                                </p:stCondLst>
                                <p:childTnLst>
                                  <p:par>
                                    <p:cTn id="128" presetID="6" presetClass="emph" presetSubtype="0" autoRev="1" fill="hold" grpId="1" nodeType="afterEffect">
                                      <p:stCondLst>
                                        <p:cond delay="300"/>
                                      </p:stCondLst>
                                      <p:childTnLst>
                                        <p:animScale>
                                          <p:cBhvr>
                                            <p:cTn id="129" dur="150" fill="hold"/>
                                            <p:tgtEl>
                                              <p:spTgt spid="92"/>
                                            </p:tgtEl>
                                          </p:cBhvr>
                                          <p:by x="110000" y="110000"/>
                                        </p:animScale>
                                      </p:childTnLst>
                                    </p:cTn>
                                  </p:par>
                                  <p:par>
                                    <p:cTn id="130" presetID="53" presetClass="entr" presetSubtype="16" fill="hold" grpId="0" nodeType="withEffect">
                                      <p:stCondLst>
                                        <p:cond delay="500"/>
                                      </p:stCondLst>
                                      <p:childTnLst>
                                        <p:set>
                                          <p:cBhvr>
                                            <p:cTn id="131" dur="1" fill="hold">
                                              <p:stCondLst>
                                                <p:cond delay="0"/>
                                              </p:stCondLst>
                                            </p:cTn>
                                            <p:tgtEl>
                                              <p:spTgt spid="93"/>
                                            </p:tgtEl>
                                            <p:attrNameLst>
                                              <p:attrName>style.visibility</p:attrName>
                                            </p:attrNameLst>
                                          </p:cBhvr>
                                          <p:to>
                                            <p:strVal val="visible"/>
                                          </p:to>
                                        </p:set>
                                        <p:anim calcmode="lin" valueType="num">
                                          <p:cBhvr>
                                            <p:cTn id="132" dur="300" fill="hold"/>
                                            <p:tgtEl>
                                              <p:spTgt spid="93"/>
                                            </p:tgtEl>
                                            <p:attrNameLst>
                                              <p:attrName>ppt_w</p:attrName>
                                            </p:attrNameLst>
                                          </p:cBhvr>
                                          <p:tavLst>
                                            <p:tav tm="0">
                                              <p:val>
                                                <p:fltVal val="0"/>
                                              </p:val>
                                            </p:tav>
                                            <p:tav tm="100000">
                                              <p:val>
                                                <p:strVal val="#ppt_w"/>
                                              </p:val>
                                            </p:tav>
                                          </p:tavLst>
                                        </p:anim>
                                        <p:anim calcmode="lin" valueType="num">
                                          <p:cBhvr>
                                            <p:cTn id="133" dur="300" fill="hold"/>
                                            <p:tgtEl>
                                              <p:spTgt spid="93"/>
                                            </p:tgtEl>
                                            <p:attrNameLst>
                                              <p:attrName>ppt_h</p:attrName>
                                            </p:attrNameLst>
                                          </p:cBhvr>
                                          <p:tavLst>
                                            <p:tav tm="0">
                                              <p:val>
                                                <p:fltVal val="0"/>
                                              </p:val>
                                            </p:tav>
                                            <p:tav tm="100000">
                                              <p:val>
                                                <p:strVal val="#ppt_h"/>
                                              </p:val>
                                            </p:tav>
                                          </p:tavLst>
                                        </p:anim>
                                        <p:animEffect transition="in" filter="fade">
                                          <p:cBhvr>
                                            <p:cTn id="134" dur="300"/>
                                            <p:tgtEl>
                                              <p:spTgt spid="93"/>
                                            </p:tgtEl>
                                          </p:cBhvr>
                                        </p:animEffect>
                                      </p:childTnLst>
                                    </p:cTn>
                                  </p:par>
                                  <p:par>
                                    <p:cTn id="135" presetID="6" presetClass="emph" presetSubtype="0" autoRev="1" fill="hold" grpId="1" nodeType="withEffect">
                                      <p:stCondLst>
                                        <p:cond delay="800"/>
                                      </p:stCondLst>
                                      <p:childTnLst>
                                        <p:animScale>
                                          <p:cBhvr>
                                            <p:cTn id="136" dur="300" fill="hold"/>
                                            <p:tgtEl>
                                              <p:spTgt spid="93"/>
                                            </p:tgtEl>
                                          </p:cBhvr>
                                          <p:by x="110000" y="110000"/>
                                        </p:animScale>
                                      </p:childTnLst>
                                    </p:cTn>
                                  </p:par>
                                  <p:par>
                                    <p:cTn id="137" presetID="2" presetClass="entr" presetSubtype="2" fill="hold" grpId="0" nodeType="withEffect">
                                      <p:stCondLst>
                                        <p:cond delay="800"/>
                                      </p:stCondLst>
                                      <p:childTnLst>
                                        <p:set>
                                          <p:cBhvr>
                                            <p:cTn id="138" dur="1" fill="hold">
                                              <p:stCondLst>
                                                <p:cond delay="0"/>
                                              </p:stCondLst>
                                            </p:cTn>
                                            <p:tgtEl>
                                              <p:spTgt spid="2"/>
                                            </p:tgtEl>
                                            <p:attrNameLst>
                                              <p:attrName>style.visibility</p:attrName>
                                            </p:attrNameLst>
                                          </p:cBhvr>
                                          <p:to>
                                            <p:strVal val="visible"/>
                                          </p:to>
                                        </p:set>
                                        <p:anim calcmode="lin" valueType="num">
                                          <p:cBhvr additive="base">
                                            <p:cTn id="139" dur="600" fill="hold"/>
                                            <p:tgtEl>
                                              <p:spTgt spid="2"/>
                                            </p:tgtEl>
                                            <p:attrNameLst>
                                              <p:attrName>ppt_x</p:attrName>
                                            </p:attrNameLst>
                                          </p:cBhvr>
                                          <p:tavLst>
                                            <p:tav tm="0">
                                              <p:val>
                                                <p:strVal val="1+#ppt_w/2"/>
                                              </p:val>
                                            </p:tav>
                                            <p:tav tm="100000">
                                              <p:val>
                                                <p:strVal val="#ppt_x"/>
                                              </p:val>
                                            </p:tav>
                                          </p:tavLst>
                                        </p:anim>
                                        <p:anim calcmode="lin" valueType="num">
                                          <p:cBhvr additive="base">
                                            <p:cTn id="140" dur="600" fill="hold"/>
                                            <p:tgtEl>
                                              <p:spTgt spid="2"/>
                                            </p:tgtEl>
                                            <p:attrNameLst>
                                              <p:attrName>ppt_y</p:attrName>
                                            </p:attrNameLst>
                                          </p:cBhvr>
                                          <p:tavLst>
                                            <p:tav tm="0">
                                              <p:val>
                                                <p:strVal val="#ppt_y"/>
                                              </p:val>
                                            </p:tav>
                                            <p:tav tm="100000">
                                              <p:val>
                                                <p:strVal val="#ppt_y"/>
                                              </p:val>
                                            </p:tav>
                                          </p:tavLst>
                                        </p:anim>
                                      </p:childTnLst>
                                    </p:cTn>
                                  </p:par>
                                  <p:par>
                                    <p:cTn id="141" presetID="2" presetClass="entr" presetSubtype="2" fill="hold" grpId="0" nodeType="withEffect">
                                      <p:stCondLst>
                                        <p:cond delay="800"/>
                                      </p:stCondLst>
                                      <p:childTnLst>
                                        <p:set>
                                          <p:cBhvr>
                                            <p:cTn id="142" dur="1" fill="hold">
                                              <p:stCondLst>
                                                <p:cond delay="0"/>
                                              </p:stCondLst>
                                            </p:cTn>
                                            <p:tgtEl>
                                              <p:spTgt spid="4"/>
                                            </p:tgtEl>
                                            <p:attrNameLst>
                                              <p:attrName>style.visibility</p:attrName>
                                            </p:attrNameLst>
                                          </p:cBhvr>
                                          <p:to>
                                            <p:strVal val="visible"/>
                                          </p:to>
                                        </p:set>
                                        <p:anim calcmode="lin" valueType="num">
                                          <p:cBhvr additive="base">
                                            <p:cTn id="143" dur="600" fill="hold"/>
                                            <p:tgtEl>
                                              <p:spTgt spid="4"/>
                                            </p:tgtEl>
                                            <p:attrNameLst>
                                              <p:attrName>ppt_x</p:attrName>
                                            </p:attrNameLst>
                                          </p:cBhvr>
                                          <p:tavLst>
                                            <p:tav tm="0">
                                              <p:val>
                                                <p:strVal val="1+#ppt_w/2"/>
                                              </p:val>
                                            </p:tav>
                                            <p:tav tm="100000">
                                              <p:val>
                                                <p:strVal val="#ppt_x"/>
                                              </p:val>
                                            </p:tav>
                                          </p:tavLst>
                                        </p:anim>
                                        <p:anim calcmode="lin" valueType="num">
                                          <p:cBhvr additive="base">
                                            <p:cTn id="144" dur="600" fill="hold"/>
                                            <p:tgtEl>
                                              <p:spTgt spid="4"/>
                                            </p:tgtEl>
                                            <p:attrNameLst>
                                              <p:attrName>ppt_y</p:attrName>
                                            </p:attrNameLst>
                                          </p:cBhvr>
                                          <p:tavLst>
                                            <p:tav tm="0">
                                              <p:val>
                                                <p:strVal val="#ppt_y"/>
                                              </p:val>
                                            </p:tav>
                                            <p:tav tm="100000">
                                              <p:val>
                                                <p:strVal val="#ppt_y"/>
                                              </p:val>
                                            </p:tav>
                                          </p:tavLst>
                                        </p:anim>
                                      </p:childTnLst>
                                    </p:cTn>
                                  </p:par>
                                  <p:par>
                                    <p:cTn id="145" presetID="2" presetClass="entr" presetSubtype="2" fill="hold" grpId="0" nodeType="withEffect">
                                      <p:stCondLst>
                                        <p:cond delay="800"/>
                                      </p:stCondLst>
                                      <p:childTnLst>
                                        <p:set>
                                          <p:cBhvr>
                                            <p:cTn id="146" dur="1" fill="hold">
                                              <p:stCondLst>
                                                <p:cond delay="0"/>
                                              </p:stCondLst>
                                            </p:cTn>
                                            <p:tgtEl>
                                              <p:spTgt spid="5"/>
                                            </p:tgtEl>
                                            <p:attrNameLst>
                                              <p:attrName>style.visibility</p:attrName>
                                            </p:attrNameLst>
                                          </p:cBhvr>
                                          <p:to>
                                            <p:strVal val="visible"/>
                                          </p:to>
                                        </p:set>
                                        <p:anim calcmode="lin" valueType="num">
                                          <p:cBhvr additive="base">
                                            <p:cTn id="147" dur="600" fill="hold"/>
                                            <p:tgtEl>
                                              <p:spTgt spid="5"/>
                                            </p:tgtEl>
                                            <p:attrNameLst>
                                              <p:attrName>ppt_x</p:attrName>
                                            </p:attrNameLst>
                                          </p:cBhvr>
                                          <p:tavLst>
                                            <p:tav tm="0">
                                              <p:val>
                                                <p:strVal val="1+#ppt_w/2"/>
                                              </p:val>
                                            </p:tav>
                                            <p:tav tm="100000">
                                              <p:val>
                                                <p:strVal val="#ppt_x"/>
                                              </p:val>
                                            </p:tav>
                                          </p:tavLst>
                                        </p:anim>
                                        <p:anim calcmode="lin" valueType="num">
                                          <p:cBhvr additive="base">
                                            <p:cTn id="148" dur="600" fill="hold"/>
                                            <p:tgtEl>
                                              <p:spTgt spid="5"/>
                                            </p:tgtEl>
                                            <p:attrNameLst>
                                              <p:attrName>ppt_y</p:attrName>
                                            </p:attrNameLst>
                                          </p:cBhvr>
                                          <p:tavLst>
                                            <p:tav tm="0">
                                              <p:val>
                                                <p:strVal val="#ppt_y"/>
                                              </p:val>
                                            </p:tav>
                                            <p:tav tm="100000">
                                              <p:val>
                                                <p:strVal val="#ppt_y"/>
                                              </p:val>
                                            </p:tav>
                                          </p:tavLst>
                                        </p:anim>
                                      </p:childTnLst>
                                    </p:cTn>
                                  </p:par>
                                  <p:par>
                                    <p:cTn id="149" presetID="2" presetClass="entr" presetSubtype="2" fill="hold" grpId="0" nodeType="withEffect">
                                      <p:stCondLst>
                                        <p:cond delay="800"/>
                                      </p:stCondLst>
                                      <p:childTnLst>
                                        <p:set>
                                          <p:cBhvr>
                                            <p:cTn id="150" dur="1" fill="hold">
                                              <p:stCondLst>
                                                <p:cond delay="0"/>
                                              </p:stCondLst>
                                            </p:cTn>
                                            <p:tgtEl>
                                              <p:spTgt spid="6"/>
                                            </p:tgtEl>
                                            <p:attrNameLst>
                                              <p:attrName>style.visibility</p:attrName>
                                            </p:attrNameLst>
                                          </p:cBhvr>
                                          <p:to>
                                            <p:strVal val="visible"/>
                                          </p:to>
                                        </p:set>
                                        <p:anim calcmode="lin" valueType="num">
                                          <p:cBhvr additive="base">
                                            <p:cTn id="151" dur="600" fill="hold"/>
                                            <p:tgtEl>
                                              <p:spTgt spid="6"/>
                                            </p:tgtEl>
                                            <p:attrNameLst>
                                              <p:attrName>ppt_x</p:attrName>
                                            </p:attrNameLst>
                                          </p:cBhvr>
                                          <p:tavLst>
                                            <p:tav tm="0">
                                              <p:val>
                                                <p:strVal val="1+#ppt_w/2"/>
                                              </p:val>
                                            </p:tav>
                                            <p:tav tm="100000">
                                              <p:val>
                                                <p:strVal val="#ppt_x"/>
                                              </p:val>
                                            </p:tav>
                                          </p:tavLst>
                                        </p:anim>
                                        <p:anim calcmode="lin" valueType="num">
                                          <p:cBhvr additive="base">
                                            <p:cTn id="152" dur="6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86" grpId="0" animBg="1"/>
          <p:bldP spid="86" grpId="1" animBg="1"/>
          <p:bldP spid="87" grpId="0"/>
          <p:bldP spid="87" grpId="1"/>
          <p:bldP spid="88" grpId="0" animBg="1"/>
          <p:bldP spid="88" grpId="1" animBg="1"/>
          <p:bldP spid="89" grpId="0"/>
          <p:bldP spid="89" grpId="1"/>
          <p:bldP spid="90" grpId="0" animBg="1"/>
          <p:bldP spid="90" grpId="1" animBg="1"/>
          <p:bldP spid="91" grpId="0"/>
          <p:bldP spid="91" grpId="1"/>
          <p:bldP spid="92" grpId="0" animBg="1"/>
          <p:bldP spid="92" grpId="1" animBg="1"/>
          <p:bldP spid="93" grpId="0"/>
          <p:bldP spid="93" grpId="1"/>
          <p:bldP spid="94" grpId="0" animBg="1"/>
          <p:bldP spid="94" grpId="1" animBg="1"/>
          <p:bldP spid="95" grpId="0"/>
          <p:bldP spid="95" grpId="1"/>
          <p:bldP spid="2" grpId="0"/>
          <p:bldP spid="4" grpId="0"/>
          <p:bldP spid="5" grpId="0"/>
          <p:bldP spid="6"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692599" y="2560170"/>
            <a:ext cx="6497813" cy="1223716"/>
          </a:xfrm>
          <a:custGeom>
            <a:avLst/>
            <a:gdLst/>
            <a:ahLst/>
            <a:cxnLst/>
            <a:rect l="l" t="t" r="r" b="b"/>
            <a:pathLst>
              <a:path w="6497813" h="1223716">
                <a:moveTo>
                  <a:pt x="0" y="0"/>
                </a:moveTo>
                <a:lnTo>
                  <a:pt x="6497813" y="0"/>
                </a:lnTo>
                <a:lnTo>
                  <a:pt x="6497813" y="1223716"/>
                </a:lnTo>
                <a:lnTo>
                  <a:pt x="124270" y="1223716"/>
                </a:lnTo>
                <a:cubicBezTo>
                  <a:pt x="210685" y="1069007"/>
                  <a:pt x="259682" y="890681"/>
                  <a:pt x="259682" y="700911"/>
                </a:cubicBezTo>
                <a:cubicBezTo>
                  <a:pt x="259682" y="433116"/>
                  <a:pt x="162111" y="188110"/>
                  <a:pt x="0" y="0"/>
                </a:cubicBezTo>
                <a:close/>
              </a:path>
            </a:pathLst>
          </a:custGeom>
          <a:gradFill>
            <a:gsLst>
              <a:gs pos="0">
                <a:srgbClr val="108692"/>
              </a:gs>
              <a:gs pos="100000">
                <a:srgbClr val="16B2C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631155" y="2182230"/>
            <a:ext cx="2157702" cy="2157702"/>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1270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1" name="矩形 10"/>
          <p:cNvSpPr/>
          <p:nvPr/>
        </p:nvSpPr>
        <p:spPr>
          <a:xfrm>
            <a:off x="6175421" y="2689925"/>
            <a:ext cx="5790360" cy="830993"/>
          </a:xfrm>
          <a:prstGeom prst="rect">
            <a:avLst/>
          </a:prstGeom>
        </p:spPr>
        <p:txBody>
          <a:bodyPr wrap="square" lIns="91437" tIns="45718" rIns="91437" bIns="45718">
            <a:spAutoFit/>
          </a:bodyPr>
          <a:lstStyle/>
          <a:p>
            <a:r>
              <a:rPr lang="zh-CN" altLang="en-US" sz="4800" b="1" dirty="0">
                <a:solidFill>
                  <a:schemeClr val="bg1"/>
                </a:solidFill>
                <a:latin typeface="微软雅黑" pitchFamily="34" charset="-122"/>
                <a:ea typeface="微软雅黑" pitchFamily="34" charset="-122"/>
              </a:rPr>
              <a:t>识别任务背景与意义</a:t>
            </a:r>
            <a:endParaRPr lang="en-US" altLang="zh-CN" sz="4800" b="1" dirty="0">
              <a:solidFill>
                <a:schemeClr val="bg1"/>
              </a:solidFill>
              <a:latin typeface="微软雅黑" pitchFamily="34" charset="-122"/>
              <a:ea typeface="微软雅黑" pitchFamily="34" charset="-122"/>
            </a:endParaRPr>
          </a:p>
        </p:txBody>
      </p:sp>
      <p:sp>
        <p:nvSpPr>
          <p:cNvPr id="13" name="TextBox 12"/>
          <p:cNvSpPr txBox="1"/>
          <p:nvPr/>
        </p:nvSpPr>
        <p:spPr>
          <a:xfrm>
            <a:off x="3648408" y="2526224"/>
            <a:ext cx="2157702" cy="1323429"/>
          </a:xfrm>
          <a:prstGeom prst="rect">
            <a:avLst/>
          </a:prstGeom>
          <a:noFill/>
        </p:spPr>
        <p:txBody>
          <a:bodyPr wrap="square" lIns="91431" tIns="45715" rIns="91431" bIns="45715" rtlCol="0">
            <a:spAutoFit/>
          </a:bodyPr>
          <a:lstStyle/>
          <a:p>
            <a:pPr algn="ctr"/>
            <a:r>
              <a:rPr lang="en-US" altLang="zh-CN" sz="8000" b="1" dirty="0">
                <a:solidFill>
                  <a:schemeClr val="bg1"/>
                </a:solidFill>
                <a:latin typeface="微软雅黑" pitchFamily="34" charset="-122"/>
                <a:ea typeface="微软雅黑" pitchFamily="34" charset="-122"/>
              </a:rPr>
              <a:t>A</a:t>
            </a:r>
            <a:endParaRPr lang="zh-CN" altLang="en-US" sz="8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412798836"/>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300" fill="hold"/>
                                        <p:tgtEl>
                                          <p:spTgt spid="9"/>
                                        </p:tgtEl>
                                        <p:attrNameLst>
                                          <p:attrName>ppt_w</p:attrName>
                                        </p:attrNameLst>
                                      </p:cBhvr>
                                      <p:tavLst>
                                        <p:tav tm="0">
                                          <p:val>
                                            <p:fltVal val="0"/>
                                          </p:val>
                                        </p:tav>
                                        <p:tav tm="100000">
                                          <p:val>
                                            <p:strVal val="#ppt_w"/>
                                          </p:val>
                                        </p:tav>
                                      </p:tavLst>
                                    </p:anim>
                                    <p:anim calcmode="lin" valueType="num">
                                      <p:cBhvr>
                                        <p:cTn id="8" dur="300" fill="hold"/>
                                        <p:tgtEl>
                                          <p:spTgt spid="9"/>
                                        </p:tgtEl>
                                        <p:attrNameLst>
                                          <p:attrName>ppt_h</p:attrName>
                                        </p:attrNameLst>
                                      </p:cBhvr>
                                      <p:tavLst>
                                        <p:tav tm="0">
                                          <p:val>
                                            <p:fltVal val="0"/>
                                          </p:val>
                                        </p:tav>
                                        <p:tav tm="100000">
                                          <p:val>
                                            <p:strVal val="#ppt_h"/>
                                          </p:val>
                                        </p:tav>
                                      </p:tavLst>
                                    </p:anim>
                                    <p:animEffect transition="in" filter="fade">
                                      <p:cBhvr>
                                        <p:cTn id="9" dur="300"/>
                                        <p:tgtEl>
                                          <p:spTgt spid="9"/>
                                        </p:tgtEl>
                                      </p:cBhvr>
                                    </p:animEffect>
                                  </p:childTnLst>
                                </p:cTn>
                              </p:par>
                              <p:par>
                                <p:cTn id="10" presetID="6" presetClass="emph" presetSubtype="0" autoRev="1" fill="hold" grpId="1" nodeType="withEffect">
                                  <p:stCondLst>
                                    <p:cond delay="300"/>
                                  </p:stCondLst>
                                  <p:childTnLst>
                                    <p:animScale>
                                      <p:cBhvr>
                                        <p:cTn id="11" dur="150" fill="hold"/>
                                        <p:tgtEl>
                                          <p:spTgt spid="9"/>
                                        </p:tgtEl>
                                      </p:cBhvr>
                                      <p:by x="110000" y="110000"/>
                                    </p:animScale>
                                  </p:childTnLst>
                                </p:cTn>
                              </p:par>
                              <p:par>
                                <p:cTn id="12" presetID="53" presetClass="entr" presetSubtype="16" fill="hold" grpId="0" nodeType="withEffect">
                                  <p:stCondLst>
                                    <p:cond delay="500"/>
                                  </p:stCondLst>
                                  <p:childTnLst>
                                    <p:set>
                                      <p:cBhvr>
                                        <p:cTn id="13" dur="1" fill="hold">
                                          <p:stCondLst>
                                            <p:cond delay="0"/>
                                          </p:stCondLst>
                                        </p:cTn>
                                        <p:tgtEl>
                                          <p:spTgt spid="13"/>
                                        </p:tgtEl>
                                        <p:attrNameLst>
                                          <p:attrName>style.visibility</p:attrName>
                                        </p:attrNameLst>
                                      </p:cBhvr>
                                      <p:to>
                                        <p:strVal val="visible"/>
                                      </p:to>
                                    </p:set>
                                    <p:anim calcmode="lin" valueType="num">
                                      <p:cBhvr>
                                        <p:cTn id="14" dur="300" fill="hold"/>
                                        <p:tgtEl>
                                          <p:spTgt spid="13"/>
                                        </p:tgtEl>
                                        <p:attrNameLst>
                                          <p:attrName>ppt_w</p:attrName>
                                        </p:attrNameLst>
                                      </p:cBhvr>
                                      <p:tavLst>
                                        <p:tav tm="0">
                                          <p:val>
                                            <p:fltVal val="0"/>
                                          </p:val>
                                        </p:tav>
                                        <p:tav tm="100000">
                                          <p:val>
                                            <p:strVal val="#ppt_w"/>
                                          </p:val>
                                        </p:tav>
                                      </p:tavLst>
                                    </p:anim>
                                    <p:anim calcmode="lin" valueType="num">
                                      <p:cBhvr>
                                        <p:cTn id="15" dur="300" fill="hold"/>
                                        <p:tgtEl>
                                          <p:spTgt spid="13"/>
                                        </p:tgtEl>
                                        <p:attrNameLst>
                                          <p:attrName>ppt_h</p:attrName>
                                        </p:attrNameLst>
                                      </p:cBhvr>
                                      <p:tavLst>
                                        <p:tav tm="0">
                                          <p:val>
                                            <p:fltVal val="0"/>
                                          </p:val>
                                        </p:tav>
                                        <p:tav tm="100000">
                                          <p:val>
                                            <p:strVal val="#ppt_h"/>
                                          </p:val>
                                        </p:tav>
                                      </p:tavLst>
                                    </p:anim>
                                    <p:animEffect transition="in" filter="fade">
                                      <p:cBhvr>
                                        <p:cTn id="16" dur="300"/>
                                        <p:tgtEl>
                                          <p:spTgt spid="13"/>
                                        </p:tgtEl>
                                      </p:cBhvr>
                                    </p:animEffect>
                                  </p:childTnLst>
                                </p:cTn>
                              </p:par>
                              <p:par>
                                <p:cTn id="17" presetID="6" presetClass="emph" presetSubtype="0" autoRev="1" fill="hold" grpId="1" nodeType="withEffect">
                                  <p:stCondLst>
                                    <p:cond delay="800"/>
                                  </p:stCondLst>
                                  <p:childTnLst>
                                    <p:animScale>
                                      <p:cBhvr>
                                        <p:cTn id="18" dur="300" fill="hold"/>
                                        <p:tgtEl>
                                          <p:spTgt spid="13"/>
                                        </p:tgtEl>
                                      </p:cBhvr>
                                      <p:by x="110000" y="110000"/>
                                    </p:animScale>
                                  </p:childTnLst>
                                </p:cTn>
                              </p:par>
                            </p:childTnLst>
                          </p:cTn>
                        </p:par>
                        <p:par>
                          <p:cTn id="19" fill="hold">
                            <p:stCondLst>
                              <p:cond delay="1400"/>
                            </p:stCondLst>
                            <p:childTnLst>
                              <p:par>
                                <p:cTn id="20" presetID="22" presetClass="entr" presetSubtype="8"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p:stCondLst>
                              <p:cond delay="1900"/>
                            </p:stCondLst>
                            <p:childTnLst>
                              <p:par>
                                <p:cTn id="24" presetID="3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1250" fill="hold"/>
                                        <p:tgtEl>
                                          <p:spTgt spid="11"/>
                                        </p:tgtEl>
                                        <p:attrNameLst>
                                          <p:attrName>ppt_w</p:attrName>
                                        </p:attrNameLst>
                                      </p:cBhvr>
                                      <p:tavLst>
                                        <p:tav tm="0">
                                          <p:val>
                                            <p:fltVal val="0"/>
                                          </p:val>
                                        </p:tav>
                                        <p:tav tm="100000">
                                          <p:val>
                                            <p:strVal val="#ppt_w"/>
                                          </p:val>
                                        </p:tav>
                                      </p:tavLst>
                                    </p:anim>
                                    <p:anim calcmode="lin" valueType="num">
                                      <p:cBhvr>
                                        <p:cTn id="27" dur="1250" fill="hold"/>
                                        <p:tgtEl>
                                          <p:spTgt spid="11"/>
                                        </p:tgtEl>
                                        <p:attrNameLst>
                                          <p:attrName>ppt_h</p:attrName>
                                        </p:attrNameLst>
                                      </p:cBhvr>
                                      <p:tavLst>
                                        <p:tav tm="0">
                                          <p:val>
                                            <p:fltVal val="0"/>
                                          </p:val>
                                        </p:tav>
                                        <p:tav tm="100000">
                                          <p:val>
                                            <p:strVal val="#ppt_h"/>
                                          </p:val>
                                        </p:tav>
                                      </p:tavLst>
                                    </p:anim>
                                    <p:anim calcmode="lin" valueType="num">
                                      <p:cBhvr>
                                        <p:cTn id="28" dur="1250" fill="hold"/>
                                        <p:tgtEl>
                                          <p:spTgt spid="11"/>
                                        </p:tgtEl>
                                        <p:attrNameLst>
                                          <p:attrName>style.rotation</p:attrName>
                                        </p:attrNameLst>
                                      </p:cBhvr>
                                      <p:tavLst>
                                        <p:tav tm="0">
                                          <p:val>
                                            <p:fltVal val="90"/>
                                          </p:val>
                                        </p:tav>
                                        <p:tav tm="100000">
                                          <p:val>
                                            <p:fltVal val="0"/>
                                          </p:val>
                                        </p:tav>
                                      </p:tavLst>
                                    </p:anim>
                                    <p:animEffect transition="in" filter="fade">
                                      <p:cBhvr>
                                        <p:cTn id="29"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animBg="1"/>
      <p:bldP spid="9" grpId="1" animBg="1"/>
      <p:bldP spid="11" grpId="0"/>
      <p:bldP spid="13" grpId="0"/>
      <p:bldP spid="13"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54" name="矩形 157"/>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等腰三角形 54"/>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标题 1"/>
          <p:cNvSpPr txBox="1">
            <a:spLocks/>
          </p:cNvSpPr>
          <p:nvPr/>
        </p:nvSpPr>
        <p:spPr>
          <a:xfrm>
            <a:off x="2137191" y="-1066951"/>
            <a:ext cx="1107142" cy="237442"/>
          </a:xfrm>
          <a:prstGeom prst="rect">
            <a:avLst/>
          </a:prstGeom>
        </p:spPr>
        <p:txBody>
          <a:bodyPr lIns="91437" tIns="45718" rIns="91437" bIns="45718">
            <a:normAutofit fontScale="32500" lnSpcReduction="20000"/>
          </a:bodyPr>
          <a:lstStyle>
            <a:lvl1pPr algn="ctr" defTabSz="914345" rtl="0" eaLnBrk="1" latinLnBrk="0" hangingPunct="1">
              <a:spcBef>
                <a:spcPct val="0"/>
              </a:spcBef>
              <a:buNone/>
              <a:defRPr sz="4400" kern="1200">
                <a:solidFill>
                  <a:schemeClr val="tx1"/>
                </a:solidFill>
                <a:latin typeface="+mj-lt"/>
                <a:ea typeface="+mj-ea"/>
                <a:cs typeface="+mj-cs"/>
              </a:defRPr>
            </a:lvl1pPr>
          </a:lstStyle>
          <a:p>
            <a:r>
              <a:rPr lang="zh-CN" altLang="en-US" sz="2800" b="1" dirty="0">
                <a:solidFill>
                  <a:schemeClr val="bg1"/>
                </a:solidFill>
                <a:latin typeface="微软雅黑" pitchFamily="34" charset="-122"/>
                <a:ea typeface="微软雅黑" pitchFamily="34" charset="-122"/>
              </a:rPr>
              <a:t>河南的古人文风景</a:t>
            </a:r>
            <a:endParaRPr lang="en-US" altLang="zh-CN" sz="2800" b="1" dirty="0">
              <a:solidFill>
                <a:schemeClr val="bg1"/>
              </a:solidFill>
              <a:latin typeface="微软雅黑" pitchFamily="34" charset="-122"/>
              <a:ea typeface="微软雅黑" pitchFamily="34" charset="-122"/>
            </a:endParaRPr>
          </a:p>
        </p:txBody>
      </p:sp>
      <p:sp>
        <p:nvSpPr>
          <p:cNvPr id="57" name="椭圆 56"/>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58" name="TextBox 57"/>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1</a:t>
            </a:r>
            <a:endParaRPr lang="zh-CN" altLang="en-US" sz="3600" b="1" dirty="0">
              <a:solidFill>
                <a:schemeClr val="bg1"/>
              </a:solidFill>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C254886D-497F-551F-EAB0-4A4FF06D6CF7}"/>
              </a:ext>
            </a:extLst>
          </p:cNvPr>
          <p:cNvSpPr txBox="1"/>
          <p:nvPr/>
        </p:nvSpPr>
        <p:spPr>
          <a:xfrm>
            <a:off x="1021157" y="473171"/>
            <a:ext cx="3193961" cy="477054"/>
          </a:xfrm>
          <a:prstGeom prst="rect">
            <a:avLst/>
          </a:prstGeom>
          <a:noFill/>
        </p:spPr>
        <p:txBody>
          <a:bodyPr wrap="square" rtlCol="0">
            <a:spAutoFit/>
          </a:bodyPr>
          <a:lstStyle/>
          <a:p>
            <a:r>
              <a:rPr lang="zh-CN" altLang="en-US" sz="2500" b="1" dirty="0">
                <a:solidFill>
                  <a:srgbClr val="FFFFFF"/>
                </a:solidFill>
                <a:latin typeface="微软雅黑" pitchFamily="34" charset="-122"/>
                <a:ea typeface="微软雅黑" pitchFamily="34" charset="-122"/>
              </a:rPr>
              <a:t>国家政策强力驱动</a:t>
            </a:r>
          </a:p>
        </p:txBody>
      </p:sp>
      <p:sp>
        <p:nvSpPr>
          <p:cNvPr id="6" name="文本框 5">
            <a:extLst>
              <a:ext uri="{FF2B5EF4-FFF2-40B4-BE49-F238E27FC236}">
                <a16:creationId xmlns:a16="http://schemas.microsoft.com/office/drawing/2014/main" id="{E22B3AED-C6B9-588A-49FD-43847D70418E}"/>
              </a:ext>
            </a:extLst>
          </p:cNvPr>
          <p:cNvSpPr txBox="1"/>
          <p:nvPr/>
        </p:nvSpPr>
        <p:spPr>
          <a:xfrm>
            <a:off x="5680869" y="1421205"/>
            <a:ext cx="5759797" cy="2862322"/>
          </a:xfrm>
          <a:prstGeom prst="rect">
            <a:avLst/>
          </a:prstGeom>
          <a:noFill/>
        </p:spPr>
        <p:txBody>
          <a:bodyPr wrap="square" rtlCol="0">
            <a:spAutoFit/>
          </a:bodyPr>
          <a:lstStyle/>
          <a:p>
            <a:r>
              <a:rPr lang="en-US" altLang="zh-CN" dirty="0"/>
              <a:t>2025</a:t>
            </a:r>
            <a:r>
              <a:rPr lang="zh-CN" altLang="en-US" dirty="0"/>
              <a:t>年</a:t>
            </a:r>
            <a:r>
              <a:rPr lang="en-US" altLang="zh-CN" dirty="0"/>
              <a:t>10</a:t>
            </a:r>
            <a:r>
              <a:rPr lang="zh-CN" altLang="en-US" dirty="0"/>
              <a:t>月</a:t>
            </a:r>
            <a:r>
              <a:rPr lang="en-US" altLang="zh-CN" dirty="0"/>
              <a:t>31</a:t>
            </a:r>
            <a:r>
              <a:rPr lang="zh-CN" altLang="en-US" dirty="0"/>
              <a:t>日，国务院正式公布</a:t>
            </a:r>
            <a:r>
              <a:rPr lang="en-US" altLang="zh-CN" dirty="0"/>
              <a:t>《</a:t>
            </a:r>
            <a:r>
              <a:rPr lang="zh-CN" altLang="en-US" dirty="0"/>
              <a:t>生态环境监测条例</a:t>
            </a:r>
            <a:r>
              <a:rPr lang="en-US" altLang="zh-CN" dirty="0"/>
              <a:t>》</a:t>
            </a:r>
            <a:r>
              <a:rPr lang="zh-CN" altLang="en-US" dirty="0"/>
              <a:t>，自</a:t>
            </a:r>
            <a:r>
              <a:rPr lang="en-US" altLang="zh-CN" dirty="0"/>
              <a:t>2026</a:t>
            </a:r>
            <a:r>
              <a:rPr lang="zh-CN" altLang="en-US" dirty="0"/>
              <a:t>年</a:t>
            </a:r>
            <a:r>
              <a:rPr lang="en-US" altLang="zh-CN" dirty="0"/>
              <a:t>1</a:t>
            </a:r>
            <a:r>
              <a:rPr lang="zh-CN" altLang="en-US" dirty="0"/>
              <a:t>月</a:t>
            </a:r>
            <a:r>
              <a:rPr lang="en-US" altLang="zh-CN" dirty="0"/>
              <a:t>1</a:t>
            </a:r>
            <a:r>
              <a:rPr lang="zh-CN" altLang="en-US" dirty="0"/>
              <a:t>日起施行。这是我国生态环境监测领域具有里程碑意义的法规文件。</a:t>
            </a:r>
            <a:endParaRPr lang="en-US" altLang="zh-CN" dirty="0"/>
          </a:p>
          <a:p>
            <a:r>
              <a:rPr lang="zh-CN" altLang="en-US" dirty="0"/>
              <a:t>这一顶层设计为水面漂浮物智能检测技术提供了明确的法律依据和政策导向。水面垃圾监测作为海洋垃圾一体化监测的重要组成部分，已被纳入多地政府的常态化工作范畴。例如，浙江省在</a:t>
            </a:r>
            <a:r>
              <a:rPr lang="en-US" altLang="zh-CN" dirty="0"/>
              <a:t>《</a:t>
            </a:r>
            <a:r>
              <a:rPr lang="zh-CN" altLang="en-US" dirty="0"/>
              <a:t>浙江省海洋垃圾一体化监测监控方案</a:t>
            </a:r>
            <a:r>
              <a:rPr lang="en-US" altLang="zh-CN" dirty="0"/>
              <a:t>》</a:t>
            </a:r>
            <a:r>
              <a:rPr lang="zh-CN" altLang="en-US" dirty="0"/>
              <a:t>中明确规定，需对海面漂浮垃圾的种类、数量、重量进行定期监测。这意味著，自动识别技术的需求已从“可有可无”转向“刚性必要”。</a:t>
            </a:r>
            <a:endParaRPr lang="zh-CN" altLang="en-US" dirty="0">
              <a:solidFill>
                <a:schemeClr val="accent1">
                  <a:lumMod val="50000"/>
                </a:schemeClr>
              </a:solidFill>
            </a:endParaRPr>
          </a:p>
        </p:txBody>
      </p:sp>
      <p:pic>
        <p:nvPicPr>
          <p:cNvPr id="7" name="图片 6">
            <a:extLst>
              <a:ext uri="{FF2B5EF4-FFF2-40B4-BE49-F238E27FC236}">
                <a16:creationId xmlns:a16="http://schemas.microsoft.com/office/drawing/2014/main" id="{0E211E5F-0BFB-35F1-0F36-04A7655C5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9714" y="1250156"/>
            <a:ext cx="4069238" cy="5437982"/>
          </a:xfrm>
          <a:prstGeom prst="rect">
            <a:avLst/>
          </a:prstGeom>
        </p:spPr>
      </p:pic>
    </p:spTree>
    <p:extLst>
      <p:ext uri="{BB962C8B-B14F-4D97-AF65-F5344CB8AC3E}">
        <p14:creationId xmlns:p14="http://schemas.microsoft.com/office/powerpoint/2010/main" val="3088777280"/>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 calcmode="lin" valueType="num">
                                      <p:cBhvr>
                                        <p:cTn id="10" dur="300" fill="hold"/>
                                        <p:tgtEl>
                                          <p:spTgt spid="57"/>
                                        </p:tgtEl>
                                        <p:attrNameLst>
                                          <p:attrName>ppt_w</p:attrName>
                                        </p:attrNameLst>
                                      </p:cBhvr>
                                      <p:tavLst>
                                        <p:tav tm="0">
                                          <p:val>
                                            <p:fltVal val="0"/>
                                          </p:val>
                                        </p:tav>
                                        <p:tav tm="100000">
                                          <p:val>
                                            <p:strVal val="#ppt_w"/>
                                          </p:val>
                                        </p:tav>
                                      </p:tavLst>
                                    </p:anim>
                                    <p:anim calcmode="lin" valueType="num">
                                      <p:cBhvr>
                                        <p:cTn id="11" dur="300" fill="hold"/>
                                        <p:tgtEl>
                                          <p:spTgt spid="57"/>
                                        </p:tgtEl>
                                        <p:attrNameLst>
                                          <p:attrName>ppt_h</p:attrName>
                                        </p:attrNameLst>
                                      </p:cBhvr>
                                      <p:tavLst>
                                        <p:tav tm="0">
                                          <p:val>
                                            <p:fltVal val="0"/>
                                          </p:val>
                                        </p:tav>
                                        <p:tav tm="100000">
                                          <p:val>
                                            <p:strVal val="#ppt_h"/>
                                          </p:val>
                                        </p:tav>
                                      </p:tavLst>
                                    </p:anim>
                                    <p:animEffect transition="in" filter="fade">
                                      <p:cBhvr>
                                        <p:cTn id="12" dur="300"/>
                                        <p:tgtEl>
                                          <p:spTgt spid="57"/>
                                        </p:tgtEl>
                                      </p:cBhvr>
                                    </p:animEffect>
                                  </p:childTnLst>
                                </p:cTn>
                              </p:par>
                              <p:par>
                                <p:cTn id="13" presetID="6" presetClass="emph" presetSubtype="0" autoRev="1" fill="hold" grpId="1" nodeType="withEffect">
                                  <p:stCondLst>
                                    <p:cond delay="300"/>
                                  </p:stCondLst>
                                  <p:childTnLst>
                                    <p:animScale>
                                      <p:cBhvr>
                                        <p:cTn id="14" dur="150" fill="hold"/>
                                        <p:tgtEl>
                                          <p:spTgt spid="57"/>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58"/>
                                        </p:tgtEl>
                                        <p:attrNameLst>
                                          <p:attrName>style.visibility</p:attrName>
                                        </p:attrNameLst>
                                      </p:cBhvr>
                                      <p:to>
                                        <p:strVal val="visible"/>
                                      </p:to>
                                    </p:set>
                                    <p:anim calcmode="lin" valueType="num">
                                      <p:cBhvr>
                                        <p:cTn id="17" dur="300" fill="hold"/>
                                        <p:tgtEl>
                                          <p:spTgt spid="58"/>
                                        </p:tgtEl>
                                        <p:attrNameLst>
                                          <p:attrName>ppt_w</p:attrName>
                                        </p:attrNameLst>
                                      </p:cBhvr>
                                      <p:tavLst>
                                        <p:tav tm="0">
                                          <p:val>
                                            <p:fltVal val="0"/>
                                          </p:val>
                                        </p:tav>
                                        <p:tav tm="100000">
                                          <p:val>
                                            <p:strVal val="#ppt_w"/>
                                          </p:val>
                                        </p:tav>
                                      </p:tavLst>
                                    </p:anim>
                                    <p:anim calcmode="lin" valueType="num">
                                      <p:cBhvr>
                                        <p:cTn id="18" dur="300" fill="hold"/>
                                        <p:tgtEl>
                                          <p:spTgt spid="58"/>
                                        </p:tgtEl>
                                        <p:attrNameLst>
                                          <p:attrName>ppt_h</p:attrName>
                                        </p:attrNameLst>
                                      </p:cBhvr>
                                      <p:tavLst>
                                        <p:tav tm="0">
                                          <p:val>
                                            <p:fltVal val="0"/>
                                          </p:val>
                                        </p:tav>
                                        <p:tav tm="100000">
                                          <p:val>
                                            <p:strVal val="#ppt_h"/>
                                          </p:val>
                                        </p:tav>
                                      </p:tavLst>
                                    </p:anim>
                                    <p:animEffect transition="in" filter="fade">
                                      <p:cBhvr>
                                        <p:cTn id="19" dur="300"/>
                                        <p:tgtEl>
                                          <p:spTgt spid="58"/>
                                        </p:tgtEl>
                                      </p:cBhvr>
                                    </p:animEffect>
                                  </p:childTnLst>
                                </p:cTn>
                              </p:par>
                              <p:par>
                                <p:cTn id="20" presetID="6" presetClass="emph" presetSubtype="0" autoRev="1" fill="hold" grpId="1" nodeType="withEffect">
                                  <p:stCondLst>
                                    <p:cond delay="250"/>
                                  </p:stCondLst>
                                  <p:childTnLst>
                                    <p:animScale>
                                      <p:cBhvr>
                                        <p:cTn id="21" dur="300" fill="hold"/>
                                        <p:tgtEl>
                                          <p:spTgt spid="58"/>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56"/>
                                        </p:tgtEl>
                                        <p:attrNameLst>
                                          <p:attrName>style.visibility</p:attrName>
                                        </p:attrNameLst>
                                      </p:cBhvr>
                                      <p:to>
                                        <p:strVal val="visible"/>
                                      </p:to>
                                    </p:set>
                                    <p:animEffect transition="in" filter="fade">
                                      <p:cBhvr>
                                        <p:cTn id="25" dur="500"/>
                                        <p:tgtEl>
                                          <p:spTgt spid="56"/>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1000" fill="hold"/>
                                        <p:tgtEl>
                                          <p:spTgt spid="6"/>
                                        </p:tgtEl>
                                        <p:attrNameLst>
                                          <p:attrName>ppt_w</p:attrName>
                                        </p:attrNameLst>
                                      </p:cBhvr>
                                      <p:tavLst>
                                        <p:tav tm="0">
                                          <p:val>
                                            <p:fltVal val="0"/>
                                          </p:val>
                                        </p:tav>
                                        <p:tav tm="100000">
                                          <p:val>
                                            <p:strVal val="#ppt_w"/>
                                          </p:val>
                                        </p:tav>
                                      </p:tavLst>
                                    </p:anim>
                                    <p:anim calcmode="lin" valueType="num">
                                      <p:cBhvr>
                                        <p:cTn id="31" dur="1000" fill="hold"/>
                                        <p:tgtEl>
                                          <p:spTgt spid="6"/>
                                        </p:tgtEl>
                                        <p:attrNameLst>
                                          <p:attrName>ppt_h</p:attrName>
                                        </p:attrNameLst>
                                      </p:cBhvr>
                                      <p:tavLst>
                                        <p:tav tm="0">
                                          <p:val>
                                            <p:fltVal val="0"/>
                                          </p:val>
                                        </p:tav>
                                        <p:tav tm="100000">
                                          <p:val>
                                            <p:strVal val="#ppt_h"/>
                                          </p:val>
                                        </p:tav>
                                      </p:tavLst>
                                    </p:anim>
                                    <p:anim calcmode="lin" valueType="num">
                                      <p:cBhvr>
                                        <p:cTn id="32" dur="1000" fill="hold"/>
                                        <p:tgtEl>
                                          <p:spTgt spid="6"/>
                                        </p:tgtEl>
                                        <p:attrNameLst>
                                          <p:attrName>style.rotation</p:attrName>
                                        </p:attrNameLst>
                                      </p:cBhvr>
                                      <p:tavLst>
                                        <p:tav tm="0">
                                          <p:val>
                                            <p:fltVal val="90"/>
                                          </p:val>
                                        </p:tav>
                                        <p:tav tm="100000">
                                          <p:val>
                                            <p:fltVal val="0"/>
                                          </p:val>
                                        </p:tav>
                                      </p:tavLst>
                                    </p:anim>
                                    <p:animEffect transition="in" filter="fade">
                                      <p:cBhvr>
                                        <p:cTn id="3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animBg="1"/>
      <p:bldP spid="57" grpId="1" animBg="1"/>
      <p:bldP spid="58" grpId="0"/>
      <p:bldP spid="58" grpId="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43" name="矩形 157"/>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标题 1"/>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zh-CN" altLang="en-US" sz="2500" b="1" dirty="0">
                <a:solidFill>
                  <a:srgbClr val="FFFFFF"/>
                </a:solidFill>
                <a:latin typeface="微软雅黑" pitchFamily="34" charset="-122"/>
                <a:ea typeface="微软雅黑" pitchFamily="34" charset="-122"/>
                <a:cs typeface="+mn-cs"/>
              </a:rPr>
              <a:t>现成的使用案例</a:t>
            </a:r>
          </a:p>
        </p:txBody>
      </p:sp>
      <p:sp>
        <p:nvSpPr>
          <p:cNvPr id="46" name="椭圆 45"/>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7" name="TextBox 46"/>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2</a:t>
            </a:r>
            <a:endParaRPr lang="zh-CN" altLang="en-US" sz="3600" b="1" dirty="0">
              <a:solidFill>
                <a:schemeClr val="bg1"/>
              </a:solidFill>
              <a:latin typeface="微软雅黑" pitchFamily="34" charset="-122"/>
              <a:ea typeface="微软雅黑" pitchFamily="34" charset="-122"/>
            </a:endParaRPr>
          </a:p>
        </p:txBody>
      </p:sp>
      <p:sp>
        <p:nvSpPr>
          <p:cNvPr id="2" name="文本框 1">
            <a:extLst>
              <a:ext uri="{FF2B5EF4-FFF2-40B4-BE49-F238E27FC236}">
                <a16:creationId xmlns:a16="http://schemas.microsoft.com/office/drawing/2014/main" id="{EA64CF24-354A-2BBD-A05F-7572430683AF}"/>
              </a:ext>
            </a:extLst>
          </p:cNvPr>
          <p:cNvSpPr txBox="1"/>
          <p:nvPr/>
        </p:nvSpPr>
        <p:spPr>
          <a:xfrm>
            <a:off x="5457826" y="1677472"/>
            <a:ext cx="6470628" cy="2308324"/>
          </a:xfrm>
          <a:prstGeom prst="rect">
            <a:avLst/>
          </a:prstGeom>
          <a:noFill/>
        </p:spPr>
        <p:txBody>
          <a:bodyPr wrap="square" rtlCol="0">
            <a:spAutoFit/>
          </a:bodyPr>
          <a:lstStyle/>
          <a:p>
            <a:r>
              <a:rPr lang="zh-CN" altLang="en-US" b="1" dirty="0"/>
              <a:t>案例：天津东疆</a:t>
            </a:r>
            <a:r>
              <a:rPr lang="en-US" altLang="zh-CN" b="1" dirty="0"/>
              <a:t>——</a:t>
            </a:r>
            <a:r>
              <a:rPr lang="zh-CN" altLang="en-US" b="1" dirty="0"/>
              <a:t>海洋垃圾智慧化管理入选国家级经典案例</a:t>
            </a:r>
            <a:endParaRPr lang="zh-CN" altLang="en-US" dirty="0"/>
          </a:p>
          <a:p>
            <a:r>
              <a:rPr lang="en-US" altLang="zh-CN" dirty="0"/>
              <a:t>2026</a:t>
            </a:r>
            <a:r>
              <a:rPr lang="zh-CN" altLang="en-US" dirty="0"/>
              <a:t>年</a:t>
            </a:r>
            <a:r>
              <a:rPr lang="en-US" altLang="zh-CN" dirty="0"/>
              <a:t>1</a:t>
            </a:r>
            <a:r>
              <a:rPr lang="zh-CN" altLang="en-US" dirty="0"/>
              <a:t>月，天津东疆综合保税区海洋垃圾智慧化管理实践，成功入选由清华大学教授李金惠主编的“无废城市”建设理论与实践丛书经典案例，获全国推广。</a:t>
            </a:r>
          </a:p>
          <a:p>
            <a:r>
              <a:rPr lang="zh-CN" altLang="en-US" dirty="0"/>
              <a:t>东疆创新构建“</a:t>
            </a:r>
            <a:r>
              <a:rPr lang="zh-CN" altLang="en-US" b="1" dirty="0"/>
              <a:t>数据化</a:t>
            </a:r>
            <a:r>
              <a:rPr lang="en-US" altLang="zh-CN" b="1" dirty="0"/>
              <a:t>+</a:t>
            </a:r>
            <a:r>
              <a:rPr lang="zh-CN" altLang="en-US" b="1" dirty="0"/>
              <a:t>智能化</a:t>
            </a:r>
            <a:r>
              <a:rPr lang="en-US" altLang="zh-CN" b="1" dirty="0"/>
              <a:t>+</a:t>
            </a:r>
            <a:r>
              <a:rPr lang="zh-CN" altLang="en-US" b="1" dirty="0"/>
              <a:t>信息化</a:t>
            </a:r>
            <a:r>
              <a:rPr lang="zh-CN" altLang="en-US" dirty="0"/>
              <a:t>”三位一体管理模式：引入无人机空中巡查，构建“地面排查</a:t>
            </a:r>
            <a:r>
              <a:rPr lang="en-US" altLang="zh-CN" dirty="0"/>
              <a:t>+</a:t>
            </a:r>
            <a:r>
              <a:rPr lang="zh-CN" altLang="en-US" dirty="0"/>
              <a:t>空中巡检”立体监测网络；自主研发智能监测系统，集成识别、统计、调度等多功能，实时更新垃圾种类、分布密度及清理进度，推动决策科学化。</a:t>
            </a:r>
          </a:p>
        </p:txBody>
      </p:sp>
      <p:pic>
        <p:nvPicPr>
          <p:cNvPr id="6" name="图片 5">
            <a:extLst>
              <a:ext uri="{FF2B5EF4-FFF2-40B4-BE49-F238E27FC236}">
                <a16:creationId xmlns:a16="http://schemas.microsoft.com/office/drawing/2014/main" id="{1EF981A6-789B-6AC8-E45A-D36CC08BFA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528" y="1236702"/>
            <a:ext cx="3029153" cy="5364124"/>
          </a:xfrm>
          <a:prstGeom prst="rect">
            <a:avLst/>
          </a:prstGeom>
        </p:spPr>
      </p:pic>
    </p:spTree>
    <p:extLst>
      <p:ext uri="{BB962C8B-B14F-4D97-AF65-F5344CB8AC3E}">
        <p14:creationId xmlns:p14="http://schemas.microsoft.com/office/powerpoint/2010/main" val="2852153917"/>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 calcmode="lin" valueType="num">
                                      <p:cBhvr>
                                        <p:cTn id="10" dur="300" fill="hold"/>
                                        <p:tgtEl>
                                          <p:spTgt spid="46"/>
                                        </p:tgtEl>
                                        <p:attrNameLst>
                                          <p:attrName>ppt_w</p:attrName>
                                        </p:attrNameLst>
                                      </p:cBhvr>
                                      <p:tavLst>
                                        <p:tav tm="0">
                                          <p:val>
                                            <p:fltVal val="0"/>
                                          </p:val>
                                        </p:tav>
                                        <p:tav tm="100000">
                                          <p:val>
                                            <p:strVal val="#ppt_w"/>
                                          </p:val>
                                        </p:tav>
                                      </p:tavLst>
                                    </p:anim>
                                    <p:anim calcmode="lin" valueType="num">
                                      <p:cBhvr>
                                        <p:cTn id="11" dur="300" fill="hold"/>
                                        <p:tgtEl>
                                          <p:spTgt spid="46"/>
                                        </p:tgtEl>
                                        <p:attrNameLst>
                                          <p:attrName>ppt_h</p:attrName>
                                        </p:attrNameLst>
                                      </p:cBhvr>
                                      <p:tavLst>
                                        <p:tav tm="0">
                                          <p:val>
                                            <p:fltVal val="0"/>
                                          </p:val>
                                        </p:tav>
                                        <p:tav tm="100000">
                                          <p:val>
                                            <p:strVal val="#ppt_h"/>
                                          </p:val>
                                        </p:tav>
                                      </p:tavLst>
                                    </p:anim>
                                    <p:animEffect transition="in" filter="fade">
                                      <p:cBhvr>
                                        <p:cTn id="12" dur="300"/>
                                        <p:tgtEl>
                                          <p:spTgt spid="46"/>
                                        </p:tgtEl>
                                      </p:cBhvr>
                                    </p:animEffect>
                                  </p:childTnLst>
                                </p:cTn>
                              </p:par>
                              <p:par>
                                <p:cTn id="13" presetID="6" presetClass="emph" presetSubtype="0" autoRev="1" fill="hold" grpId="1" nodeType="withEffect">
                                  <p:stCondLst>
                                    <p:cond delay="300"/>
                                  </p:stCondLst>
                                  <p:childTnLst>
                                    <p:animScale>
                                      <p:cBhvr>
                                        <p:cTn id="14" dur="150" fill="hold"/>
                                        <p:tgtEl>
                                          <p:spTgt spid="46"/>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47"/>
                                        </p:tgtEl>
                                        <p:attrNameLst>
                                          <p:attrName>style.visibility</p:attrName>
                                        </p:attrNameLst>
                                      </p:cBhvr>
                                      <p:to>
                                        <p:strVal val="visible"/>
                                      </p:to>
                                    </p:set>
                                    <p:anim calcmode="lin" valueType="num">
                                      <p:cBhvr>
                                        <p:cTn id="17" dur="300" fill="hold"/>
                                        <p:tgtEl>
                                          <p:spTgt spid="47"/>
                                        </p:tgtEl>
                                        <p:attrNameLst>
                                          <p:attrName>ppt_w</p:attrName>
                                        </p:attrNameLst>
                                      </p:cBhvr>
                                      <p:tavLst>
                                        <p:tav tm="0">
                                          <p:val>
                                            <p:fltVal val="0"/>
                                          </p:val>
                                        </p:tav>
                                        <p:tav tm="100000">
                                          <p:val>
                                            <p:strVal val="#ppt_w"/>
                                          </p:val>
                                        </p:tav>
                                      </p:tavLst>
                                    </p:anim>
                                    <p:anim calcmode="lin" valueType="num">
                                      <p:cBhvr>
                                        <p:cTn id="18" dur="300" fill="hold"/>
                                        <p:tgtEl>
                                          <p:spTgt spid="47"/>
                                        </p:tgtEl>
                                        <p:attrNameLst>
                                          <p:attrName>ppt_h</p:attrName>
                                        </p:attrNameLst>
                                      </p:cBhvr>
                                      <p:tavLst>
                                        <p:tav tm="0">
                                          <p:val>
                                            <p:fltVal val="0"/>
                                          </p:val>
                                        </p:tav>
                                        <p:tav tm="100000">
                                          <p:val>
                                            <p:strVal val="#ppt_h"/>
                                          </p:val>
                                        </p:tav>
                                      </p:tavLst>
                                    </p:anim>
                                    <p:animEffect transition="in" filter="fade">
                                      <p:cBhvr>
                                        <p:cTn id="19" dur="300"/>
                                        <p:tgtEl>
                                          <p:spTgt spid="47"/>
                                        </p:tgtEl>
                                      </p:cBhvr>
                                    </p:animEffect>
                                  </p:childTnLst>
                                </p:cTn>
                              </p:par>
                              <p:par>
                                <p:cTn id="20" presetID="6" presetClass="emph" presetSubtype="0" autoRev="1" fill="hold" grpId="1" nodeType="withEffect">
                                  <p:stCondLst>
                                    <p:cond delay="250"/>
                                  </p:stCondLst>
                                  <p:childTnLst>
                                    <p:animScale>
                                      <p:cBhvr>
                                        <p:cTn id="21" dur="300" fill="hold"/>
                                        <p:tgtEl>
                                          <p:spTgt spid="47"/>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1000" fill="hold"/>
                                        <p:tgtEl>
                                          <p:spTgt spid="2"/>
                                        </p:tgtEl>
                                        <p:attrNameLst>
                                          <p:attrName>ppt_w</p:attrName>
                                        </p:attrNameLst>
                                      </p:cBhvr>
                                      <p:tavLst>
                                        <p:tav tm="0">
                                          <p:val>
                                            <p:fltVal val="0"/>
                                          </p:val>
                                        </p:tav>
                                        <p:tav tm="100000">
                                          <p:val>
                                            <p:strVal val="#ppt_w"/>
                                          </p:val>
                                        </p:tav>
                                      </p:tavLst>
                                    </p:anim>
                                    <p:anim calcmode="lin" valueType="num">
                                      <p:cBhvr>
                                        <p:cTn id="31" dur="1000" fill="hold"/>
                                        <p:tgtEl>
                                          <p:spTgt spid="2"/>
                                        </p:tgtEl>
                                        <p:attrNameLst>
                                          <p:attrName>ppt_h</p:attrName>
                                        </p:attrNameLst>
                                      </p:cBhvr>
                                      <p:tavLst>
                                        <p:tav tm="0">
                                          <p:val>
                                            <p:fltVal val="0"/>
                                          </p:val>
                                        </p:tav>
                                        <p:tav tm="100000">
                                          <p:val>
                                            <p:strVal val="#ppt_h"/>
                                          </p:val>
                                        </p:tav>
                                      </p:tavLst>
                                    </p:anim>
                                    <p:anim calcmode="lin" valueType="num">
                                      <p:cBhvr>
                                        <p:cTn id="32" dur="1000" fill="hold"/>
                                        <p:tgtEl>
                                          <p:spTgt spid="2"/>
                                        </p:tgtEl>
                                        <p:attrNameLst>
                                          <p:attrName>style.rotation</p:attrName>
                                        </p:attrNameLst>
                                      </p:cBhvr>
                                      <p:tavLst>
                                        <p:tav tm="0">
                                          <p:val>
                                            <p:fltVal val="90"/>
                                          </p:val>
                                        </p:tav>
                                        <p:tav tm="100000">
                                          <p:val>
                                            <p:fltVal val="0"/>
                                          </p:val>
                                        </p:tav>
                                      </p:tavLst>
                                    </p:anim>
                                    <p:animEffect transition="in" filter="fade">
                                      <p:cBhvr>
                                        <p:cTn id="3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animBg="1"/>
      <p:bldP spid="46" grpId="1" animBg="1"/>
      <p:bldP spid="47" grpId="0"/>
      <p:bldP spid="47" grpId="1"/>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3D5BF-61A8-F0C5-FF3D-B88CA12C423C}"/>
            </a:ext>
          </a:extLst>
        </p:cNvPr>
        <p:cNvGrpSpPr/>
        <p:nvPr/>
      </p:nvGrpSpPr>
      <p:grpSpPr>
        <a:xfrm>
          <a:off x="0" y="0"/>
          <a:ext cx="0" cy="0"/>
          <a:chOff x="0" y="0"/>
          <a:chExt cx="0" cy="0"/>
        </a:xfrm>
      </p:grpSpPr>
      <p:grpSp>
        <p:nvGrpSpPr>
          <p:cNvPr id="42" name="组合 41">
            <a:extLst>
              <a:ext uri="{FF2B5EF4-FFF2-40B4-BE49-F238E27FC236}">
                <a16:creationId xmlns:a16="http://schemas.microsoft.com/office/drawing/2014/main" id="{7C7B3ECE-0C11-61AE-BEE7-C18B07D46421}"/>
              </a:ext>
            </a:extLst>
          </p:cNvPr>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43" name="矩形 157">
              <a:extLst>
                <a:ext uri="{FF2B5EF4-FFF2-40B4-BE49-F238E27FC236}">
                  <a16:creationId xmlns:a16="http://schemas.microsoft.com/office/drawing/2014/main" id="{50F03B95-24DF-DD04-3E95-175E10AA90DD}"/>
                </a:ext>
              </a:extLst>
            </p:cNvPr>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a:extLst>
                <a:ext uri="{FF2B5EF4-FFF2-40B4-BE49-F238E27FC236}">
                  <a16:creationId xmlns:a16="http://schemas.microsoft.com/office/drawing/2014/main" id="{C2D0B6B5-B7F2-5933-37F3-C093262426CE}"/>
                </a:ext>
              </a:extLst>
            </p:cNvPr>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标题 1">
            <a:extLst>
              <a:ext uri="{FF2B5EF4-FFF2-40B4-BE49-F238E27FC236}">
                <a16:creationId xmlns:a16="http://schemas.microsoft.com/office/drawing/2014/main" id="{E60F9AD8-1A96-32C0-3099-E91F1A74C507}"/>
              </a:ext>
            </a:extLst>
          </p:cNvPr>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zh-CN" altLang="en-US" sz="2500" b="1" dirty="0">
                <a:solidFill>
                  <a:srgbClr val="FFFFFF"/>
                </a:solidFill>
                <a:latin typeface="微软雅黑" pitchFamily="34" charset="-122"/>
                <a:ea typeface="微软雅黑" pitchFamily="34" charset="-122"/>
                <a:cs typeface="+mn-cs"/>
              </a:rPr>
              <a:t>项目价值</a:t>
            </a:r>
          </a:p>
        </p:txBody>
      </p:sp>
      <p:sp>
        <p:nvSpPr>
          <p:cNvPr id="46" name="椭圆 45">
            <a:extLst>
              <a:ext uri="{FF2B5EF4-FFF2-40B4-BE49-F238E27FC236}">
                <a16:creationId xmlns:a16="http://schemas.microsoft.com/office/drawing/2014/main" id="{D1A2461A-D870-E2EC-874A-F979560A9BC4}"/>
              </a:ext>
            </a:extLst>
          </p:cNvPr>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7" name="TextBox 46">
            <a:extLst>
              <a:ext uri="{FF2B5EF4-FFF2-40B4-BE49-F238E27FC236}">
                <a16:creationId xmlns:a16="http://schemas.microsoft.com/office/drawing/2014/main" id="{BE1CAB1F-8B6D-F4F9-31B2-FE432C807012}"/>
              </a:ext>
            </a:extLst>
          </p:cNvPr>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2</a:t>
            </a:r>
            <a:endParaRPr lang="zh-CN" altLang="en-US" sz="3600" b="1" dirty="0">
              <a:solidFill>
                <a:schemeClr val="bg1"/>
              </a:solidFill>
              <a:latin typeface="微软雅黑" pitchFamily="34" charset="-122"/>
              <a:ea typeface="微软雅黑" pitchFamily="34" charset="-122"/>
            </a:endParaRPr>
          </a:p>
        </p:txBody>
      </p:sp>
      <p:sp>
        <p:nvSpPr>
          <p:cNvPr id="2" name="文本框 1">
            <a:extLst>
              <a:ext uri="{FF2B5EF4-FFF2-40B4-BE49-F238E27FC236}">
                <a16:creationId xmlns:a16="http://schemas.microsoft.com/office/drawing/2014/main" id="{AEED9CCF-0129-79E6-6112-33123115E71C}"/>
              </a:ext>
            </a:extLst>
          </p:cNvPr>
          <p:cNvSpPr txBox="1"/>
          <p:nvPr/>
        </p:nvSpPr>
        <p:spPr>
          <a:xfrm>
            <a:off x="116353" y="2134415"/>
            <a:ext cx="6470628" cy="4247317"/>
          </a:xfrm>
          <a:prstGeom prst="rect">
            <a:avLst/>
          </a:prstGeom>
          <a:noFill/>
        </p:spPr>
        <p:txBody>
          <a:bodyPr wrap="square" rtlCol="0">
            <a:spAutoFit/>
          </a:bodyPr>
          <a:lstStyle/>
          <a:p>
            <a:r>
              <a:rPr lang="zh-CN" altLang="en-US" dirty="0"/>
              <a:t>水面漂浮物智能检测已不再是一个纯学术研究课题，而是国家政策支持、地方实践急需、市场前景广阔的现实需求。</a:t>
            </a:r>
          </a:p>
          <a:p>
            <a:r>
              <a:rPr lang="zh-CN" altLang="en-US" dirty="0"/>
              <a:t>本课题基于</a:t>
            </a:r>
            <a:r>
              <a:rPr lang="en-US" altLang="zh-CN" dirty="0"/>
              <a:t>YOLO</a:t>
            </a:r>
            <a:r>
              <a:rPr lang="zh-CN" altLang="en-US" dirty="0"/>
              <a:t>算法开展水面漂浮物检测研究，旨在：</a:t>
            </a:r>
          </a:p>
          <a:p>
            <a:r>
              <a:rPr lang="zh-CN" altLang="en-US" b="1" dirty="0"/>
              <a:t>响应国家战略</a:t>
            </a:r>
            <a:r>
              <a:rPr lang="zh-CN" altLang="en-US" dirty="0"/>
              <a:t>：贯彻落实</a:t>
            </a:r>
            <a:r>
              <a:rPr lang="en-US" altLang="zh-CN" dirty="0"/>
              <a:t>《</a:t>
            </a:r>
            <a:r>
              <a:rPr lang="zh-CN" altLang="en-US" dirty="0"/>
              <a:t>生态环境监测条例</a:t>
            </a:r>
            <a:r>
              <a:rPr lang="en-US" altLang="zh-CN" dirty="0"/>
              <a:t>》</a:t>
            </a:r>
            <a:r>
              <a:rPr lang="zh-CN" altLang="en-US" dirty="0"/>
              <a:t>关于“提升自动化、数字化、智能化水平”的要求，为现代化生态环境监测体系建设提供技术支撑。</a:t>
            </a:r>
          </a:p>
          <a:p>
            <a:r>
              <a:rPr lang="zh-CN" altLang="en-US" b="1" dirty="0"/>
              <a:t>解决真实痛点</a:t>
            </a:r>
            <a:r>
              <a:rPr lang="zh-CN" altLang="en-US" dirty="0"/>
              <a:t>：针对人工巡查效率低、风险高、响应慢等突出问题，构建实时、精准、全覆盖的智能识别方案。</a:t>
            </a:r>
          </a:p>
          <a:p>
            <a:r>
              <a:rPr lang="zh-CN" altLang="en-US" b="1" dirty="0"/>
              <a:t>借鉴成功经验</a:t>
            </a:r>
            <a:r>
              <a:rPr lang="zh-CN" altLang="en-US" dirty="0"/>
              <a:t>：参考天津东疆、苏州吴江等地的先行实践，进一步优化算法性能，提升小目标检测精度和复杂环境适应性。</a:t>
            </a:r>
          </a:p>
          <a:p>
            <a:r>
              <a:rPr lang="zh-CN" altLang="en-US" b="1" dirty="0"/>
              <a:t>推动技术落地</a:t>
            </a:r>
            <a:r>
              <a:rPr lang="zh-CN" altLang="en-US" dirty="0"/>
              <a:t>：研究成果可部署于无人机、无人船、固定监控等多种平台，与现有调度系统无缝对接，形成“发现</a:t>
            </a:r>
            <a:r>
              <a:rPr lang="en-US" altLang="zh-CN" dirty="0"/>
              <a:t>—</a:t>
            </a:r>
            <a:r>
              <a:rPr lang="zh-CN" altLang="en-US" dirty="0"/>
              <a:t>识别</a:t>
            </a:r>
            <a:r>
              <a:rPr lang="en-US" altLang="zh-CN" dirty="0"/>
              <a:t>—</a:t>
            </a:r>
            <a:r>
              <a:rPr lang="zh-CN" altLang="en-US" dirty="0"/>
              <a:t>派单</a:t>
            </a:r>
            <a:r>
              <a:rPr lang="en-US" altLang="zh-CN" dirty="0"/>
              <a:t>—</a:t>
            </a:r>
            <a:r>
              <a:rPr lang="zh-CN" altLang="en-US" dirty="0"/>
              <a:t>处置”的业务闭环，真正实现从“治水”到“智水”的跨越。</a:t>
            </a:r>
          </a:p>
          <a:p>
            <a:r>
              <a:rPr lang="zh-CN" altLang="en-US" dirty="0"/>
              <a:t>通过本课题研究，预期将为智慧环保、水域治理提供切实可用的核心技术支撑，推动环境监测向智能化、无人化转型升级。</a:t>
            </a:r>
          </a:p>
        </p:txBody>
      </p:sp>
      <p:pic>
        <p:nvPicPr>
          <p:cNvPr id="4" name="图片 3">
            <a:extLst>
              <a:ext uri="{FF2B5EF4-FFF2-40B4-BE49-F238E27FC236}">
                <a16:creationId xmlns:a16="http://schemas.microsoft.com/office/drawing/2014/main" id="{AA22B978-143C-4B98-7375-ABC1FDBC8F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0967" y="1121141"/>
            <a:ext cx="5418606" cy="3059919"/>
          </a:xfrm>
          <a:prstGeom prst="rect">
            <a:avLst/>
          </a:prstGeom>
        </p:spPr>
      </p:pic>
    </p:spTree>
    <p:extLst>
      <p:ext uri="{BB962C8B-B14F-4D97-AF65-F5344CB8AC3E}">
        <p14:creationId xmlns:p14="http://schemas.microsoft.com/office/powerpoint/2010/main" val="1580671599"/>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500"/>
                                        <p:tgtEl>
                                          <p:spTgt spid="42"/>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 calcmode="lin" valueType="num">
                                      <p:cBhvr>
                                        <p:cTn id="10" dur="300" fill="hold"/>
                                        <p:tgtEl>
                                          <p:spTgt spid="46"/>
                                        </p:tgtEl>
                                        <p:attrNameLst>
                                          <p:attrName>ppt_w</p:attrName>
                                        </p:attrNameLst>
                                      </p:cBhvr>
                                      <p:tavLst>
                                        <p:tav tm="0">
                                          <p:val>
                                            <p:fltVal val="0"/>
                                          </p:val>
                                        </p:tav>
                                        <p:tav tm="100000">
                                          <p:val>
                                            <p:strVal val="#ppt_w"/>
                                          </p:val>
                                        </p:tav>
                                      </p:tavLst>
                                    </p:anim>
                                    <p:anim calcmode="lin" valueType="num">
                                      <p:cBhvr>
                                        <p:cTn id="11" dur="300" fill="hold"/>
                                        <p:tgtEl>
                                          <p:spTgt spid="46"/>
                                        </p:tgtEl>
                                        <p:attrNameLst>
                                          <p:attrName>ppt_h</p:attrName>
                                        </p:attrNameLst>
                                      </p:cBhvr>
                                      <p:tavLst>
                                        <p:tav tm="0">
                                          <p:val>
                                            <p:fltVal val="0"/>
                                          </p:val>
                                        </p:tav>
                                        <p:tav tm="100000">
                                          <p:val>
                                            <p:strVal val="#ppt_h"/>
                                          </p:val>
                                        </p:tav>
                                      </p:tavLst>
                                    </p:anim>
                                    <p:animEffect transition="in" filter="fade">
                                      <p:cBhvr>
                                        <p:cTn id="12" dur="300"/>
                                        <p:tgtEl>
                                          <p:spTgt spid="46"/>
                                        </p:tgtEl>
                                      </p:cBhvr>
                                    </p:animEffect>
                                  </p:childTnLst>
                                </p:cTn>
                              </p:par>
                              <p:par>
                                <p:cTn id="13" presetID="6" presetClass="emph" presetSubtype="0" autoRev="1" fill="hold" grpId="1" nodeType="withEffect">
                                  <p:stCondLst>
                                    <p:cond delay="300"/>
                                  </p:stCondLst>
                                  <p:childTnLst>
                                    <p:animScale>
                                      <p:cBhvr>
                                        <p:cTn id="14" dur="150" fill="hold"/>
                                        <p:tgtEl>
                                          <p:spTgt spid="46"/>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47"/>
                                        </p:tgtEl>
                                        <p:attrNameLst>
                                          <p:attrName>style.visibility</p:attrName>
                                        </p:attrNameLst>
                                      </p:cBhvr>
                                      <p:to>
                                        <p:strVal val="visible"/>
                                      </p:to>
                                    </p:set>
                                    <p:anim calcmode="lin" valueType="num">
                                      <p:cBhvr>
                                        <p:cTn id="17" dur="300" fill="hold"/>
                                        <p:tgtEl>
                                          <p:spTgt spid="47"/>
                                        </p:tgtEl>
                                        <p:attrNameLst>
                                          <p:attrName>ppt_w</p:attrName>
                                        </p:attrNameLst>
                                      </p:cBhvr>
                                      <p:tavLst>
                                        <p:tav tm="0">
                                          <p:val>
                                            <p:fltVal val="0"/>
                                          </p:val>
                                        </p:tav>
                                        <p:tav tm="100000">
                                          <p:val>
                                            <p:strVal val="#ppt_w"/>
                                          </p:val>
                                        </p:tav>
                                      </p:tavLst>
                                    </p:anim>
                                    <p:anim calcmode="lin" valueType="num">
                                      <p:cBhvr>
                                        <p:cTn id="18" dur="300" fill="hold"/>
                                        <p:tgtEl>
                                          <p:spTgt spid="47"/>
                                        </p:tgtEl>
                                        <p:attrNameLst>
                                          <p:attrName>ppt_h</p:attrName>
                                        </p:attrNameLst>
                                      </p:cBhvr>
                                      <p:tavLst>
                                        <p:tav tm="0">
                                          <p:val>
                                            <p:fltVal val="0"/>
                                          </p:val>
                                        </p:tav>
                                        <p:tav tm="100000">
                                          <p:val>
                                            <p:strVal val="#ppt_h"/>
                                          </p:val>
                                        </p:tav>
                                      </p:tavLst>
                                    </p:anim>
                                    <p:animEffect transition="in" filter="fade">
                                      <p:cBhvr>
                                        <p:cTn id="19" dur="300"/>
                                        <p:tgtEl>
                                          <p:spTgt spid="47"/>
                                        </p:tgtEl>
                                      </p:cBhvr>
                                    </p:animEffect>
                                  </p:childTnLst>
                                </p:cTn>
                              </p:par>
                              <p:par>
                                <p:cTn id="20" presetID="6" presetClass="emph" presetSubtype="0" autoRev="1" fill="hold" grpId="1" nodeType="withEffect">
                                  <p:stCondLst>
                                    <p:cond delay="250"/>
                                  </p:stCondLst>
                                  <p:childTnLst>
                                    <p:animScale>
                                      <p:cBhvr>
                                        <p:cTn id="21" dur="300" fill="hold"/>
                                        <p:tgtEl>
                                          <p:spTgt spid="47"/>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1000" fill="hold"/>
                                        <p:tgtEl>
                                          <p:spTgt spid="2"/>
                                        </p:tgtEl>
                                        <p:attrNameLst>
                                          <p:attrName>ppt_w</p:attrName>
                                        </p:attrNameLst>
                                      </p:cBhvr>
                                      <p:tavLst>
                                        <p:tav tm="0">
                                          <p:val>
                                            <p:fltVal val="0"/>
                                          </p:val>
                                        </p:tav>
                                        <p:tav tm="100000">
                                          <p:val>
                                            <p:strVal val="#ppt_w"/>
                                          </p:val>
                                        </p:tav>
                                      </p:tavLst>
                                    </p:anim>
                                    <p:anim calcmode="lin" valueType="num">
                                      <p:cBhvr>
                                        <p:cTn id="31" dur="1000" fill="hold"/>
                                        <p:tgtEl>
                                          <p:spTgt spid="2"/>
                                        </p:tgtEl>
                                        <p:attrNameLst>
                                          <p:attrName>ppt_h</p:attrName>
                                        </p:attrNameLst>
                                      </p:cBhvr>
                                      <p:tavLst>
                                        <p:tav tm="0">
                                          <p:val>
                                            <p:fltVal val="0"/>
                                          </p:val>
                                        </p:tav>
                                        <p:tav tm="100000">
                                          <p:val>
                                            <p:strVal val="#ppt_h"/>
                                          </p:val>
                                        </p:tav>
                                      </p:tavLst>
                                    </p:anim>
                                    <p:anim calcmode="lin" valueType="num">
                                      <p:cBhvr>
                                        <p:cTn id="32" dur="1000" fill="hold"/>
                                        <p:tgtEl>
                                          <p:spTgt spid="2"/>
                                        </p:tgtEl>
                                        <p:attrNameLst>
                                          <p:attrName>style.rotation</p:attrName>
                                        </p:attrNameLst>
                                      </p:cBhvr>
                                      <p:tavLst>
                                        <p:tav tm="0">
                                          <p:val>
                                            <p:fltVal val="90"/>
                                          </p:val>
                                        </p:tav>
                                        <p:tav tm="100000">
                                          <p:val>
                                            <p:fltVal val="0"/>
                                          </p:val>
                                        </p:tav>
                                      </p:tavLst>
                                    </p:anim>
                                    <p:animEffect transition="in" filter="fade">
                                      <p:cBhvr>
                                        <p:cTn id="3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animBg="1"/>
      <p:bldP spid="46" grpId="1" animBg="1"/>
      <p:bldP spid="47" grpId="0"/>
      <p:bldP spid="47" grpId="1"/>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692599" y="2560170"/>
            <a:ext cx="6497813" cy="1223716"/>
          </a:xfrm>
          <a:custGeom>
            <a:avLst/>
            <a:gdLst/>
            <a:ahLst/>
            <a:cxnLst/>
            <a:rect l="l" t="t" r="r" b="b"/>
            <a:pathLst>
              <a:path w="6497813" h="1223716">
                <a:moveTo>
                  <a:pt x="0" y="0"/>
                </a:moveTo>
                <a:lnTo>
                  <a:pt x="6497813" y="0"/>
                </a:lnTo>
                <a:lnTo>
                  <a:pt x="6497813" y="1223716"/>
                </a:lnTo>
                <a:lnTo>
                  <a:pt x="124270" y="1223716"/>
                </a:lnTo>
                <a:cubicBezTo>
                  <a:pt x="210685" y="1069007"/>
                  <a:pt x="259682" y="890681"/>
                  <a:pt x="259682" y="700911"/>
                </a:cubicBezTo>
                <a:cubicBezTo>
                  <a:pt x="259682" y="433116"/>
                  <a:pt x="162111" y="188110"/>
                  <a:pt x="0" y="0"/>
                </a:cubicBezTo>
                <a:close/>
              </a:path>
            </a:pathLst>
          </a:custGeom>
          <a:gradFill>
            <a:gsLst>
              <a:gs pos="0">
                <a:srgbClr val="108692"/>
              </a:gs>
              <a:gs pos="100000">
                <a:srgbClr val="16B2C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631155" y="2182230"/>
            <a:ext cx="2157702" cy="2157702"/>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1270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1" name="矩形 10"/>
          <p:cNvSpPr/>
          <p:nvPr/>
        </p:nvSpPr>
        <p:spPr>
          <a:xfrm>
            <a:off x="6651939" y="2689925"/>
            <a:ext cx="5378136" cy="830993"/>
          </a:xfrm>
          <a:prstGeom prst="rect">
            <a:avLst/>
          </a:prstGeom>
        </p:spPr>
        <p:txBody>
          <a:bodyPr wrap="square" lIns="91437" tIns="45718" rIns="91437" bIns="45718">
            <a:spAutoFit/>
          </a:bodyPr>
          <a:lstStyle/>
          <a:p>
            <a:r>
              <a:rPr lang="zh-CN" altLang="en-US" sz="4800" b="1" dirty="0">
                <a:solidFill>
                  <a:schemeClr val="bg1"/>
                </a:solidFill>
                <a:latin typeface="微软雅黑" pitchFamily="34" charset="-122"/>
                <a:ea typeface="微软雅黑" pitchFamily="34" charset="-122"/>
              </a:rPr>
              <a:t>为什么选择</a:t>
            </a:r>
            <a:r>
              <a:rPr lang="en-US" altLang="zh-CN" sz="4800" b="1" dirty="0">
                <a:solidFill>
                  <a:schemeClr val="bg1"/>
                </a:solidFill>
                <a:latin typeface="微软雅黑" pitchFamily="34" charset="-122"/>
                <a:ea typeface="微软雅黑" pitchFamily="34" charset="-122"/>
              </a:rPr>
              <a:t>YOLO</a:t>
            </a:r>
          </a:p>
        </p:txBody>
      </p:sp>
      <p:sp>
        <p:nvSpPr>
          <p:cNvPr id="13" name="TextBox 12"/>
          <p:cNvSpPr txBox="1"/>
          <p:nvPr/>
        </p:nvSpPr>
        <p:spPr>
          <a:xfrm>
            <a:off x="3648408" y="2526224"/>
            <a:ext cx="2157702" cy="1323429"/>
          </a:xfrm>
          <a:prstGeom prst="rect">
            <a:avLst/>
          </a:prstGeom>
          <a:noFill/>
        </p:spPr>
        <p:txBody>
          <a:bodyPr wrap="square" lIns="91431" tIns="45715" rIns="91431" bIns="45715" rtlCol="0">
            <a:spAutoFit/>
          </a:bodyPr>
          <a:lstStyle/>
          <a:p>
            <a:pPr algn="ctr"/>
            <a:r>
              <a:rPr lang="en-US" altLang="zh-CN" sz="8000" b="1" dirty="0">
                <a:solidFill>
                  <a:schemeClr val="bg1"/>
                </a:solidFill>
                <a:latin typeface="微软雅黑" pitchFamily="34" charset="-122"/>
                <a:ea typeface="微软雅黑" pitchFamily="34" charset="-122"/>
              </a:rPr>
              <a:t>B</a:t>
            </a:r>
            <a:endParaRPr lang="zh-CN" altLang="en-US" sz="8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778307529"/>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300" fill="hold"/>
                                        <p:tgtEl>
                                          <p:spTgt spid="9"/>
                                        </p:tgtEl>
                                        <p:attrNameLst>
                                          <p:attrName>ppt_w</p:attrName>
                                        </p:attrNameLst>
                                      </p:cBhvr>
                                      <p:tavLst>
                                        <p:tav tm="0">
                                          <p:val>
                                            <p:fltVal val="0"/>
                                          </p:val>
                                        </p:tav>
                                        <p:tav tm="100000">
                                          <p:val>
                                            <p:strVal val="#ppt_w"/>
                                          </p:val>
                                        </p:tav>
                                      </p:tavLst>
                                    </p:anim>
                                    <p:anim calcmode="lin" valueType="num">
                                      <p:cBhvr>
                                        <p:cTn id="8" dur="300" fill="hold"/>
                                        <p:tgtEl>
                                          <p:spTgt spid="9"/>
                                        </p:tgtEl>
                                        <p:attrNameLst>
                                          <p:attrName>ppt_h</p:attrName>
                                        </p:attrNameLst>
                                      </p:cBhvr>
                                      <p:tavLst>
                                        <p:tav tm="0">
                                          <p:val>
                                            <p:fltVal val="0"/>
                                          </p:val>
                                        </p:tav>
                                        <p:tav tm="100000">
                                          <p:val>
                                            <p:strVal val="#ppt_h"/>
                                          </p:val>
                                        </p:tav>
                                      </p:tavLst>
                                    </p:anim>
                                    <p:animEffect transition="in" filter="fade">
                                      <p:cBhvr>
                                        <p:cTn id="9" dur="300"/>
                                        <p:tgtEl>
                                          <p:spTgt spid="9"/>
                                        </p:tgtEl>
                                      </p:cBhvr>
                                    </p:animEffect>
                                  </p:childTnLst>
                                </p:cTn>
                              </p:par>
                              <p:par>
                                <p:cTn id="10" presetID="6" presetClass="emph" presetSubtype="0" autoRev="1" fill="hold" grpId="1" nodeType="withEffect">
                                  <p:stCondLst>
                                    <p:cond delay="300"/>
                                  </p:stCondLst>
                                  <p:childTnLst>
                                    <p:animScale>
                                      <p:cBhvr>
                                        <p:cTn id="11" dur="150" fill="hold"/>
                                        <p:tgtEl>
                                          <p:spTgt spid="9"/>
                                        </p:tgtEl>
                                      </p:cBhvr>
                                      <p:by x="110000" y="110000"/>
                                    </p:animScale>
                                  </p:childTnLst>
                                </p:cTn>
                              </p:par>
                              <p:par>
                                <p:cTn id="12" presetID="53" presetClass="entr" presetSubtype="16" fill="hold" grpId="0" nodeType="withEffect">
                                  <p:stCondLst>
                                    <p:cond delay="500"/>
                                  </p:stCondLst>
                                  <p:childTnLst>
                                    <p:set>
                                      <p:cBhvr>
                                        <p:cTn id="13" dur="1" fill="hold">
                                          <p:stCondLst>
                                            <p:cond delay="0"/>
                                          </p:stCondLst>
                                        </p:cTn>
                                        <p:tgtEl>
                                          <p:spTgt spid="13"/>
                                        </p:tgtEl>
                                        <p:attrNameLst>
                                          <p:attrName>style.visibility</p:attrName>
                                        </p:attrNameLst>
                                      </p:cBhvr>
                                      <p:to>
                                        <p:strVal val="visible"/>
                                      </p:to>
                                    </p:set>
                                    <p:anim calcmode="lin" valueType="num">
                                      <p:cBhvr>
                                        <p:cTn id="14" dur="300" fill="hold"/>
                                        <p:tgtEl>
                                          <p:spTgt spid="13"/>
                                        </p:tgtEl>
                                        <p:attrNameLst>
                                          <p:attrName>ppt_w</p:attrName>
                                        </p:attrNameLst>
                                      </p:cBhvr>
                                      <p:tavLst>
                                        <p:tav tm="0">
                                          <p:val>
                                            <p:fltVal val="0"/>
                                          </p:val>
                                        </p:tav>
                                        <p:tav tm="100000">
                                          <p:val>
                                            <p:strVal val="#ppt_w"/>
                                          </p:val>
                                        </p:tav>
                                      </p:tavLst>
                                    </p:anim>
                                    <p:anim calcmode="lin" valueType="num">
                                      <p:cBhvr>
                                        <p:cTn id="15" dur="300" fill="hold"/>
                                        <p:tgtEl>
                                          <p:spTgt spid="13"/>
                                        </p:tgtEl>
                                        <p:attrNameLst>
                                          <p:attrName>ppt_h</p:attrName>
                                        </p:attrNameLst>
                                      </p:cBhvr>
                                      <p:tavLst>
                                        <p:tav tm="0">
                                          <p:val>
                                            <p:fltVal val="0"/>
                                          </p:val>
                                        </p:tav>
                                        <p:tav tm="100000">
                                          <p:val>
                                            <p:strVal val="#ppt_h"/>
                                          </p:val>
                                        </p:tav>
                                      </p:tavLst>
                                    </p:anim>
                                    <p:animEffect transition="in" filter="fade">
                                      <p:cBhvr>
                                        <p:cTn id="16" dur="300"/>
                                        <p:tgtEl>
                                          <p:spTgt spid="13"/>
                                        </p:tgtEl>
                                      </p:cBhvr>
                                    </p:animEffect>
                                  </p:childTnLst>
                                </p:cTn>
                              </p:par>
                              <p:par>
                                <p:cTn id="17" presetID="6" presetClass="emph" presetSubtype="0" autoRev="1" fill="hold" grpId="1" nodeType="withEffect">
                                  <p:stCondLst>
                                    <p:cond delay="800"/>
                                  </p:stCondLst>
                                  <p:childTnLst>
                                    <p:animScale>
                                      <p:cBhvr>
                                        <p:cTn id="18" dur="300" fill="hold"/>
                                        <p:tgtEl>
                                          <p:spTgt spid="13"/>
                                        </p:tgtEl>
                                      </p:cBhvr>
                                      <p:by x="110000" y="110000"/>
                                    </p:animScale>
                                  </p:childTnLst>
                                </p:cTn>
                              </p:par>
                            </p:childTnLst>
                          </p:cTn>
                        </p:par>
                        <p:par>
                          <p:cTn id="19" fill="hold">
                            <p:stCondLst>
                              <p:cond delay="1400"/>
                            </p:stCondLst>
                            <p:childTnLst>
                              <p:par>
                                <p:cTn id="20" presetID="22" presetClass="entr" presetSubtype="8"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p:stCondLst>
                              <p:cond delay="1900"/>
                            </p:stCondLst>
                            <p:childTnLst>
                              <p:par>
                                <p:cTn id="24" presetID="3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1250" fill="hold"/>
                                        <p:tgtEl>
                                          <p:spTgt spid="11"/>
                                        </p:tgtEl>
                                        <p:attrNameLst>
                                          <p:attrName>ppt_w</p:attrName>
                                        </p:attrNameLst>
                                      </p:cBhvr>
                                      <p:tavLst>
                                        <p:tav tm="0">
                                          <p:val>
                                            <p:fltVal val="0"/>
                                          </p:val>
                                        </p:tav>
                                        <p:tav tm="100000">
                                          <p:val>
                                            <p:strVal val="#ppt_w"/>
                                          </p:val>
                                        </p:tav>
                                      </p:tavLst>
                                    </p:anim>
                                    <p:anim calcmode="lin" valueType="num">
                                      <p:cBhvr>
                                        <p:cTn id="27" dur="1250" fill="hold"/>
                                        <p:tgtEl>
                                          <p:spTgt spid="11"/>
                                        </p:tgtEl>
                                        <p:attrNameLst>
                                          <p:attrName>ppt_h</p:attrName>
                                        </p:attrNameLst>
                                      </p:cBhvr>
                                      <p:tavLst>
                                        <p:tav tm="0">
                                          <p:val>
                                            <p:fltVal val="0"/>
                                          </p:val>
                                        </p:tav>
                                        <p:tav tm="100000">
                                          <p:val>
                                            <p:strVal val="#ppt_h"/>
                                          </p:val>
                                        </p:tav>
                                      </p:tavLst>
                                    </p:anim>
                                    <p:anim calcmode="lin" valueType="num">
                                      <p:cBhvr>
                                        <p:cTn id="28" dur="1250" fill="hold"/>
                                        <p:tgtEl>
                                          <p:spTgt spid="11"/>
                                        </p:tgtEl>
                                        <p:attrNameLst>
                                          <p:attrName>style.rotation</p:attrName>
                                        </p:attrNameLst>
                                      </p:cBhvr>
                                      <p:tavLst>
                                        <p:tav tm="0">
                                          <p:val>
                                            <p:fltVal val="90"/>
                                          </p:val>
                                        </p:tav>
                                        <p:tav tm="100000">
                                          <p:val>
                                            <p:fltVal val="0"/>
                                          </p:val>
                                        </p:tav>
                                      </p:tavLst>
                                    </p:anim>
                                    <p:animEffect transition="in" filter="fade">
                                      <p:cBhvr>
                                        <p:cTn id="29"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animBg="1"/>
      <p:bldP spid="9" grpId="1" animBg="1"/>
      <p:bldP spid="11" grpId="0"/>
      <p:bldP spid="13" grpId="0"/>
      <p:bldP spid="13"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37" name="矩形 157"/>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标题 1"/>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en-US" altLang="zh-CN" sz="2500" b="1" dirty="0">
                <a:solidFill>
                  <a:srgbClr val="FFFFFF"/>
                </a:solidFill>
                <a:latin typeface="微软雅黑" pitchFamily="34" charset="-122"/>
                <a:ea typeface="微软雅黑" pitchFamily="34" charset="-122"/>
                <a:cs typeface="+mn-cs"/>
              </a:rPr>
              <a:t>YOLO</a:t>
            </a:r>
            <a:r>
              <a:rPr lang="zh-CN" altLang="en-US" sz="2500" b="1" dirty="0">
                <a:solidFill>
                  <a:srgbClr val="FFFFFF"/>
                </a:solidFill>
                <a:latin typeface="微软雅黑" pitchFamily="34" charset="-122"/>
                <a:ea typeface="微软雅黑" pitchFamily="34" charset="-122"/>
                <a:cs typeface="+mn-cs"/>
              </a:rPr>
              <a:t>的优势</a:t>
            </a:r>
          </a:p>
        </p:txBody>
      </p:sp>
      <p:sp>
        <p:nvSpPr>
          <p:cNvPr id="40" name="椭圆 39"/>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1" name="TextBox 40"/>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1</a:t>
            </a:r>
            <a:endParaRPr lang="zh-CN" altLang="en-US" sz="3600" b="1" dirty="0">
              <a:solidFill>
                <a:schemeClr val="bg1"/>
              </a:solidFill>
              <a:latin typeface="微软雅黑" pitchFamily="34" charset="-122"/>
              <a:ea typeface="微软雅黑" pitchFamily="34" charset="-122"/>
            </a:endParaRPr>
          </a:p>
        </p:txBody>
      </p:sp>
      <p:sp>
        <p:nvSpPr>
          <p:cNvPr id="6" name="文本框 5">
            <a:extLst>
              <a:ext uri="{FF2B5EF4-FFF2-40B4-BE49-F238E27FC236}">
                <a16:creationId xmlns:a16="http://schemas.microsoft.com/office/drawing/2014/main" id="{032DA216-0BA7-CC33-36B4-5C9B32A34735}"/>
              </a:ext>
            </a:extLst>
          </p:cNvPr>
          <p:cNvSpPr txBox="1"/>
          <p:nvPr/>
        </p:nvSpPr>
        <p:spPr>
          <a:xfrm>
            <a:off x="5326140" y="2173815"/>
            <a:ext cx="6154340" cy="1477328"/>
          </a:xfrm>
          <a:prstGeom prst="rect">
            <a:avLst/>
          </a:prstGeom>
          <a:noFill/>
        </p:spPr>
        <p:txBody>
          <a:bodyPr wrap="square">
            <a:spAutoFit/>
          </a:bodyPr>
          <a:lstStyle/>
          <a:p>
            <a:r>
              <a:rPr lang="zh-CN" altLang="en-US" b="1" dirty="0"/>
              <a:t>场景一：多目标同时出现</a:t>
            </a:r>
            <a:br>
              <a:rPr lang="zh-CN" altLang="en-US" dirty="0"/>
            </a:br>
            <a:r>
              <a:rPr lang="zh-CN" altLang="en-US" dirty="0"/>
              <a:t>水面常常同时漂浮着塑料瓶、泡沫盒、枯枝等各类垃圾。</a:t>
            </a:r>
            <a:r>
              <a:rPr lang="en-US" altLang="zh-CN" dirty="0" err="1"/>
              <a:t>ResNet</a:t>
            </a:r>
            <a:r>
              <a:rPr lang="zh-CN" altLang="en-US" dirty="0"/>
              <a:t>只能告诉你“画面中有垃圾”，但无法区分不同类型的垃圾各有多少。</a:t>
            </a:r>
            <a:r>
              <a:rPr lang="en-US" altLang="zh-CN" dirty="0"/>
              <a:t>YOLO</a:t>
            </a:r>
            <a:r>
              <a:rPr lang="zh-CN" altLang="en-US" dirty="0"/>
              <a:t>可以在一张图中同时识别并框出多个不同类别的物体，并分别标注置信度。</a:t>
            </a:r>
          </a:p>
        </p:txBody>
      </p:sp>
      <p:pic>
        <p:nvPicPr>
          <p:cNvPr id="8" name="图片 7">
            <a:extLst>
              <a:ext uri="{FF2B5EF4-FFF2-40B4-BE49-F238E27FC236}">
                <a16:creationId xmlns:a16="http://schemas.microsoft.com/office/drawing/2014/main" id="{825919A0-C4E0-3846-5AFF-8B93796A10C7}"/>
              </a:ext>
            </a:extLst>
          </p:cNvPr>
          <p:cNvPicPr>
            <a:picLocks noChangeAspect="1"/>
          </p:cNvPicPr>
          <p:nvPr/>
        </p:nvPicPr>
        <p:blipFill>
          <a:blip r:embed="rId3"/>
          <a:stretch>
            <a:fillRect/>
          </a:stretch>
        </p:blipFill>
        <p:spPr>
          <a:xfrm>
            <a:off x="176723" y="1493043"/>
            <a:ext cx="4723242" cy="4760101"/>
          </a:xfrm>
          <a:prstGeom prst="rect">
            <a:avLst/>
          </a:prstGeom>
        </p:spPr>
      </p:pic>
    </p:spTree>
    <p:extLst>
      <p:ext uri="{BB962C8B-B14F-4D97-AF65-F5344CB8AC3E}">
        <p14:creationId xmlns:p14="http://schemas.microsoft.com/office/powerpoint/2010/main" val="4120398676"/>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 calcmode="lin" valueType="num">
                                      <p:cBhvr>
                                        <p:cTn id="10" dur="300" fill="hold"/>
                                        <p:tgtEl>
                                          <p:spTgt spid="40"/>
                                        </p:tgtEl>
                                        <p:attrNameLst>
                                          <p:attrName>ppt_w</p:attrName>
                                        </p:attrNameLst>
                                      </p:cBhvr>
                                      <p:tavLst>
                                        <p:tav tm="0">
                                          <p:val>
                                            <p:fltVal val="0"/>
                                          </p:val>
                                        </p:tav>
                                        <p:tav tm="100000">
                                          <p:val>
                                            <p:strVal val="#ppt_w"/>
                                          </p:val>
                                        </p:tav>
                                      </p:tavLst>
                                    </p:anim>
                                    <p:anim calcmode="lin" valueType="num">
                                      <p:cBhvr>
                                        <p:cTn id="11" dur="300" fill="hold"/>
                                        <p:tgtEl>
                                          <p:spTgt spid="40"/>
                                        </p:tgtEl>
                                        <p:attrNameLst>
                                          <p:attrName>ppt_h</p:attrName>
                                        </p:attrNameLst>
                                      </p:cBhvr>
                                      <p:tavLst>
                                        <p:tav tm="0">
                                          <p:val>
                                            <p:fltVal val="0"/>
                                          </p:val>
                                        </p:tav>
                                        <p:tav tm="100000">
                                          <p:val>
                                            <p:strVal val="#ppt_h"/>
                                          </p:val>
                                        </p:tav>
                                      </p:tavLst>
                                    </p:anim>
                                    <p:animEffect transition="in" filter="fade">
                                      <p:cBhvr>
                                        <p:cTn id="12" dur="300"/>
                                        <p:tgtEl>
                                          <p:spTgt spid="40"/>
                                        </p:tgtEl>
                                      </p:cBhvr>
                                    </p:animEffect>
                                  </p:childTnLst>
                                </p:cTn>
                              </p:par>
                              <p:par>
                                <p:cTn id="13" presetID="6" presetClass="emph" presetSubtype="0" autoRev="1" fill="hold" grpId="1" nodeType="withEffect">
                                  <p:stCondLst>
                                    <p:cond delay="300"/>
                                  </p:stCondLst>
                                  <p:childTnLst>
                                    <p:animScale>
                                      <p:cBhvr>
                                        <p:cTn id="14" dur="150" fill="hold"/>
                                        <p:tgtEl>
                                          <p:spTgt spid="40"/>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41"/>
                                        </p:tgtEl>
                                        <p:attrNameLst>
                                          <p:attrName>style.visibility</p:attrName>
                                        </p:attrNameLst>
                                      </p:cBhvr>
                                      <p:to>
                                        <p:strVal val="visible"/>
                                      </p:to>
                                    </p:set>
                                    <p:anim calcmode="lin" valueType="num">
                                      <p:cBhvr>
                                        <p:cTn id="17" dur="300" fill="hold"/>
                                        <p:tgtEl>
                                          <p:spTgt spid="41"/>
                                        </p:tgtEl>
                                        <p:attrNameLst>
                                          <p:attrName>ppt_w</p:attrName>
                                        </p:attrNameLst>
                                      </p:cBhvr>
                                      <p:tavLst>
                                        <p:tav tm="0">
                                          <p:val>
                                            <p:fltVal val="0"/>
                                          </p:val>
                                        </p:tav>
                                        <p:tav tm="100000">
                                          <p:val>
                                            <p:strVal val="#ppt_w"/>
                                          </p:val>
                                        </p:tav>
                                      </p:tavLst>
                                    </p:anim>
                                    <p:anim calcmode="lin" valueType="num">
                                      <p:cBhvr>
                                        <p:cTn id="18" dur="300" fill="hold"/>
                                        <p:tgtEl>
                                          <p:spTgt spid="41"/>
                                        </p:tgtEl>
                                        <p:attrNameLst>
                                          <p:attrName>ppt_h</p:attrName>
                                        </p:attrNameLst>
                                      </p:cBhvr>
                                      <p:tavLst>
                                        <p:tav tm="0">
                                          <p:val>
                                            <p:fltVal val="0"/>
                                          </p:val>
                                        </p:tav>
                                        <p:tav tm="100000">
                                          <p:val>
                                            <p:strVal val="#ppt_h"/>
                                          </p:val>
                                        </p:tav>
                                      </p:tavLst>
                                    </p:anim>
                                    <p:animEffect transition="in" filter="fade">
                                      <p:cBhvr>
                                        <p:cTn id="19" dur="300"/>
                                        <p:tgtEl>
                                          <p:spTgt spid="41"/>
                                        </p:tgtEl>
                                      </p:cBhvr>
                                    </p:animEffect>
                                  </p:childTnLst>
                                </p:cTn>
                              </p:par>
                              <p:par>
                                <p:cTn id="20" presetID="6" presetClass="emph" presetSubtype="0" autoRev="1" fill="hold" grpId="1" nodeType="withEffect">
                                  <p:stCondLst>
                                    <p:cond delay="250"/>
                                  </p:stCondLst>
                                  <p:childTnLst>
                                    <p:animScale>
                                      <p:cBhvr>
                                        <p:cTn id="21" dur="300" fill="hold"/>
                                        <p:tgtEl>
                                          <p:spTgt spid="41"/>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animBg="1"/>
      <p:bldP spid="40" grpId="1" animBg="1"/>
      <p:bldP spid="41" grpId="0"/>
      <p:bldP spid="41"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882A-B9E5-0620-D35E-9BEB1BDD3AD8}"/>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6F4EB353-D938-D860-E5ED-97B0855BEEF3}"/>
              </a:ext>
            </a:extLst>
          </p:cNvPr>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37" name="矩形 157">
              <a:extLst>
                <a:ext uri="{FF2B5EF4-FFF2-40B4-BE49-F238E27FC236}">
                  <a16:creationId xmlns:a16="http://schemas.microsoft.com/office/drawing/2014/main" id="{CEA6DD69-8E6A-79E3-26B3-BAF8A5CE98C0}"/>
                </a:ext>
              </a:extLst>
            </p:cNvPr>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a:extLst>
                <a:ext uri="{FF2B5EF4-FFF2-40B4-BE49-F238E27FC236}">
                  <a16:creationId xmlns:a16="http://schemas.microsoft.com/office/drawing/2014/main" id="{502EA83E-B3D5-9537-778C-222821D8D67E}"/>
                </a:ext>
              </a:extLst>
            </p:cNvPr>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标题 1">
            <a:extLst>
              <a:ext uri="{FF2B5EF4-FFF2-40B4-BE49-F238E27FC236}">
                <a16:creationId xmlns:a16="http://schemas.microsoft.com/office/drawing/2014/main" id="{BFCA8402-DC37-9736-1C25-35120831F1EA}"/>
              </a:ext>
            </a:extLst>
          </p:cNvPr>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en-US" altLang="zh-CN" sz="2500" b="1" dirty="0">
                <a:solidFill>
                  <a:srgbClr val="FFFFFF"/>
                </a:solidFill>
                <a:latin typeface="微软雅黑" pitchFamily="34" charset="-122"/>
                <a:ea typeface="微软雅黑" pitchFamily="34" charset="-122"/>
                <a:cs typeface="+mn-cs"/>
              </a:rPr>
              <a:t>YOLO</a:t>
            </a:r>
            <a:r>
              <a:rPr lang="zh-CN" altLang="en-US" sz="2500" b="1" dirty="0">
                <a:solidFill>
                  <a:srgbClr val="FFFFFF"/>
                </a:solidFill>
                <a:latin typeface="微软雅黑" pitchFamily="34" charset="-122"/>
                <a:ea typeface="微软雅黑" pitchFamily="34" charset="-122"/>
                <a:cs typeface="+mn-cs"/>
              </a:rPr>
              <a:t>的优势</a:t>
            </a:r>
          </a:p>
        </p:txBody>
      </p:sp>
      <p:sp>
        <p:nvSpPr>
          <p:cNvPr id="40" name="椭圆 39">
            <a:extLst>
              <a:ext uri="{FF2B5EF4-FFF2-40B4-BE49-F238E27FC236}">
                <a16:creationId xmlns:a16="http://schemas.microsoft.com/office/drawing/2014/main" id="{E6A70D76-4C19-76C8-4FD0-9C3F19E79669}"/>
              </a:ext>
            </a:extLst>
          </p:cNvPr>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1" name="TextBox 40">
            <a:extLst>
              <a:ext uri="{FF2B5EF4-FFF2-40B4-BE49-F238E27FC236}">
                <a16:creationId xmlns:a16="http://schemas.microsoft.com/office/drawing/2014/main" id="{BE86E5CF-64A5-9C46-557E-7B6A940840E2}"/>
              </a:ext>
            </a:extLst>
          </p:cNvPr>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1</a:t>
            </a:r>
            <a:endParaRPr lang="zh-CN" altLang="en-US" sz="3600" b="1" dirty="0">
              <a:solidFill>
                <a:schemeClr val="bg1"/>
              </a:solidFill>
              <a:latin typeface="微软雅黑" pitchFamily="34" charset="-122"/>
              <a:ea typeface="微软雅黑" pitchFamily="34" charset="-122"/>
            </a:endParaRPr>
          </a:p>
        </p:txBody>
      </p:sp>
      <p:sp>
        <p:nvSpPr>
          <p:cNvPr id="6" name="文本框 5">
            <a:extLst>
              <a:ext uri="{FF2B5EF4-FFF2-40B4-BE49-F238E27FC236}">
                <a16:creationId xmlns:a16="http://schemas.microsoft.com/office/drawing/2014/main" id="{D57F8879-39D8-2D2A-CB2A-B7DBFE1DF43C}"/>
              </a:ext>
            </a:extLst>
          </p:cNvPr>
          <p:cNvSpPr txBox="1"/>
          <p:nvPr/>
        </p:nvSpPr>
        <p:spPr>
          <a:xfrm>
            <a:off x="5168977" y="2259540"/>
            <a:ext cx="6154340" cy="1754326"/>
          </a:xfrm>
          <a:prstGeom prst="rect">
            <a:avLst/>
          </a:prstGeom>
          <a:noFill/>
        </p:spPr>
        <p:txBody>
          <a:bodyPr wrap="square">
            <a:spAutoFit/>
          </a:bodyPr>
          <a:lstStyle/>
          <a:p>
            <a:r>
              <a:rPr lang="zh-CN" altLang="en-US" b="1" dirty="0"/>
              <a:t>场景二：小目标密集分布</a:t>
            </a:r>
            <a:br>
              <a:rPr lang="zh-CN" altLang="en-US" dirty="0"/>
            </a:br>
            <a:r>
              <a:rPr lang="zh-CN" altLang="en-US" dirty="0"/>
              <a:t>水面垃圾往往呈现为图像中的小目标（如几十像素的塑料瓶）。传统分类模型对整图的理解会淹没这些小物体的信息。</a:t>
            </a:r>
            <a:r>
              <a:rPr lang="en-US" altLang="zh-CN" dirty="0"/>
              <a:t>YOLOv3</a:t>
            </a:r>
            <a:r>
              <a:rPr lang="zh-CN" altLang="en-US" dirty="0"/>
              <a:t>开始引入</a:t>
            </a:r>
            <a:r>
              <a:rPr lang="zh-CN" altLang="en-US" b="1" dirty="0"/>
              <a:t>特征金字塔网络（</a:t>
            </a:r>
            <a:r>
              <a:rPr lang="en-US" altLang="zh-CN" b="1" dirty="0"/>
              <a:t>FPN</a:t>
            </a:r>
            <a:r>
              <a:rPr lang="zh-CN" altLang="en-US" b="1" dirty="0"/>
              <a:t>）</a:t>
            </a:r>
            <a:r>
              <a:rPr lang="zh-CN" altLang="en-US" dirty="0"/>
              <a:t>，通过多尺度特征融合，在三个不同尺度（</a:t>
            </a:r>
            <a:r>
              <a:rPr lang="en-US" altLang="zh-CN" dirty="0"/>
              <a:t>13×13</a:t>
            </a:r>
            <a:r>
              <a:rPr lang="zh-CN" altLang="en-US" dirty="0"/>
              <a:t>、</a:t>
            </a:r>
            <a:r>
              <a:rPr lang="en-US" altLang="zh-CN" dirty="0"/>
              <a:t>26×26</a:t>
            </a:r>
            <a:r>
              <a:rPr lang="zh-CN" altLang="en-US" dirty="0"/>
              <a:t>、</a:t>
            </a:r>
            <a:r>
              <a:rPr lang="en-US" altLang="zh-CN" dirty="0"/>
              <a:t>52×52</a:t>
            </a:r>
            <a:r>
              <a:rPr lang="zh-CN" altLang="en-US" dirty="0"/>
              <a:t>）上独立预测，有效提升了小目标的召回率。</a:t>
            </a:r>
          </a:p>
        </p:txBody>
      </p:sp>
      <p:pic>
        <p:nvPicPr>
          <p:cNvPr id="8" name="图片 7">
            <a:extLst>
              <a:ext uri="{FF2B5EF4-FFF2-40B4-BE49-F238E27FC236}">
                <a16:creationId xmlns:a16="http://schemas.microsoft.com/office/drawing/2014/main" id="{D403C582-CF96-AA1F-A4BC-1E437AF1ECF9}"/>
              </a:ext>
            </a:extLst>
          </p:cNvPr>
          <p:cNvPicPr>
            <a:picLocks noChangeAspect="1"/>
          </p:cNvPicPr>
          <p:nvPr/>
        </p:nvPicPr>
        <p:blipFill>
          <a:blip r:embed="rId3"/>
          <a:stretch>
            <a:fillRect/>
          </a:stretch>
        </p:blipFill>
        <p:spPr>
          <a:xfrm>
            <a:off x="176723" y="1493043"/>
            <a:ext cx="4723242" cy="4760101"/>
          </a:xfrm>
          <a:prstGeom prst="rect">
            <a:avLst/>
          </a:prstGeom>
        </p:spPr>
      </p:pic>
    </p:spTree>
    <p:extLst>
      <p:ext uri="{BB962C8B-B14F-4D97-AF65-F5344CB8AC3E}">
        <p14:creationId xmlns:p14="http://schemas.microsoft.com/office/powerpoint/2010/main" val="3539365459"/>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 calcmode="lin" valueType="num">
                                      <p:cBhvr>
                                        <p:cTn id="10" dur="300" fill="hold"/>
                                        <p:tgtEl>
                                          <p:spTgt spid="40"/>
                                        </p:tgtEl>
                                        <p:attrNameLst>
                                          <p:attrName>ppt_w</p:attrName>
                                        </p:attrNameLst>
                                      </p:cBhvr>
                                      <p:tavLst>
                                        <p:tav tm="0">
                                          <p:val>
                                            <p:fltVal val="0"/>
                                          </p:val>
                                        </p:tav>
                                        <p:tav tm="100000">
                                          <p:val>
                                            <p:strVal val="#ppt_w"/>
                                          </p:val>
                                        </p:tav>
                                      </p:tavLst>
                                    </p:anim>
                                    <p:anim calcmode="lin" valueType="num">
                                      <p:cBhvr>
                                        <p:cTn id="11" dur="300" fill="hold"/>
                                        <p:tgtEl>
                                          <p:spTgt spid="40"/>
                                        </p:tgtEl>
                                        <p:attrNameLst>
                                          <p:attrName>ppt_h</p:attrName>
                                        </p:attrNameLst>
                                      </p:cBhvr>
                                      <p:tavLst>
                                        <p:tav tm="0">
                                          <p:val>
                                            <p:fltVal val="0"/>
                                          </p:val>
                                        </p:tav>
                                        <p:tav tm="100000">
                                          <p:val>
                                            <p:strVal val="#ppt_h"/>
                                          </p:val>
                                        </p:tav>
                                      </p:tavLst>
                                    </p:anim>
                                    <p:animEffect transition="in" filter="fade">
                                      <p:cBhvr>
                                        <p:cTn id="12" dur="300"/>
                                        <p:tgtEl>
                                          <p:spTgt spid="40"/>
                                        </p:tgtEl>
                                      </p:cBhvr>
                                    </p:animEffect>
                                  </p:childTnLst>
                                </p:cTn>
                              </p:par>
                              <p:par>
                                <p:cTn id="13" presetID="6" presetClass="emph" presetSubtype="0" autoRev="1" fill="hold" grpId="1" nodeType="withEffect">
                                  <p:stCondLst>
                                    <p:cond delay="300"/>
                                  </p:stCondLst>
                                  <p:childTnLst>
                                    <p:animScale>
                                      <p:cBhvr>
                                        <p:cTn id="14" dur="150" fill="hold"/>
                                        <p:tgtEl>
                                          <p:spTgt spid="40"/>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41"/>
                                        </p:tgtEl>
                                        <p:attrNameLst>
                                          <p:attrName>style.visibility</p:attrName>
                                        </p:attrNameLst>
                                      </p:cBhvr>
                                      <p:to>
                                        <p:strVal val="visible"/>
                                      </p:to>
                                    </p:set>
                                    <p:anim calcmode="lin" valueType="num">
                                      <p:cBhvr>
                                        <p:cTn id="17" dur="300" fill="hold"/>
                                        <p:tgtEl>
                                          <p:spTgt spid="41"/>
                                        </p:tgtEl>
                                        <p:attrNameLst>
                                          <p:attrName>ppt_w</p:attrName>
                                        </p:attrNameLst>
                                      </p:cBhvr>
                                      <p:tavLst>
                                        <p:tav tm="0">
                                          <p:val>
                                            <p:fltVal val="0"/>
                                          </p:val>
                                        </p:tav>
                                        <p:tav tm="100000">
                                          <p:val>
                                            <p:strVal val="#ppt_w"/>
                                          </p:val>
                                        </p:tav>
                                      </p:tavLst>
                                    </p:anim>
                                    <p:anim calcmode="lin" valueType="num">
                                      <p:cBhvr>
                                        <p:cTn id="18" dur="300" fill="hold"/>
                                        <p:tgtEl>
                                          <p:spTgt spid="41"/>
                                        </p:tgtEl>
                                        <p:attrNameLst>
                                          <p:attrName>ppt_h</p:attrName>
                                        </p:attrNameLst>
                                      </p:cBhvr>
                                      <p:tavLst>
                                        <p:tav tm="0">
                                          <p:val>
                                            <p:fltVal val="0"/>
                                          </p:val>
                                        </p:tav>
                                        <p:tav tm="100000">
                                          <p:val>
                                            <p:strVal val="#ppt_h"/>
                                          </p:val>
                                        </p:tav>
                                      </p:tavLst>
                                    </p:anim>
                                    <p:animEffect transition="in" filter="fade">
                                      <p:cBhvr>
                                        <p:cTn id="19" dur="300"/>
                                        <p:tgtEl>
                                          <p:spTgt spid="41"/>
                                        </p:tgtEl>
                                      </p:cBhvr>
                                    </p:animEffect>
                                  </p:childTnLst>
                                </p:cTn>
                              </p:par>
                              <p:par>
                                <p:cTn id="20" presetID="6" presetClass="emph" presetSubtype="0" autoRev="1" fill="hold" grpId="1" nodeType="withEffect">
                                  <p:stCondLst>
                                    <p:cond delay="250"/>
                                  </p:stCondLst>
                                  <p:childTnLst>
                                    <p:animScale>
                                      <p:cBhvr>
                                        <p:cTn id="21" dur="300" fill="hold"/>
                                        <p:tgtEl>
                                          <p:spTgt spid="41"/>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animBg="1"/>
      <p:bldP spid="40" grpId="1" animBg="1"/>
      <p:bldP spid="41" grpId="0"/>
      <p:bldP spid="4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228A3-B395-A6A8-B8B5-80BF8235497C}"/>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CDE79F64-5B06-16A9-3DA8-7E20ACAD2748}"/>
              </a:ext>
            </a:extLst>
          </p:cNvPr>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37" name="矩形 157">
              <a:extLst>
                <a:ext uri="{FF2B5EF4-FFF2-40B4-BE49-F238E27FC236}">
                  <a16:creationId xmlns:a16="http://schemas.microsoft.com/office/drawing/2014/main" id="{F72C811B-2567-9046-30B9-488B671A332B}"/>
                </a:ext>
              </a:extLst>
            </p:cNvPr>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a:extLst>
                <a:ext uri="{FF2B5EF4-FFF2-40B4-BE49-F238E27FC236}">
                  <a16:creationId xmlns:a16="http://schemas.microsoft.com/office/drawing/2014/main" id="{C94C1FD3-FD4F-52BB-6365-F6B765E7F6DF}"/>
                </a:ext>
              </a:extLst>
            </p:cNvPr>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标题 1">
            <a:extLst>
              <a:ext uri="{FF2B5EF4-FFF2-40B4-BE49-F238E27FC236}">
                <a16:creationId xmlns:a16="http://schemas.microsoft.com/office/drawing/2014/main" id="{923B3D77-FE46-BBFF-80E2-3D900A061F22}"/>
              </a:ext>
            </a:extLst>
          </p:cNvPr>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en-US" altLang="zh-CN" sz="2500" b="1" dirty="0">
                <a:solidFill>
                  <a:srgbClr val="FFFFFF"/>
                </a:solidFill>
                <a:latin typeface="微软雅黑" pitchFamily="34" charset="-122"/>
                <a:ea typeface="微软雅黑" pitchFamily="34" charset="-122"/>
                <a:cs typeface="+mn-cs"/>
              </a:rPr>
              <a:t>YOLO</a:t>
            </a:r>
            <a:r>
              <a:rPr lang="zh-CN" altLang="en-US" sz="2500" b="1" dirty="0">
                <a:solidFill>
                  <a:srgbClr val="FFFFFF"/>
                </a:solidFill>
                <a:latin typeface="微软雅黑" pitchFamily="34" charset="-122"/>
                <a:ea typeface="微软雅黑" pitchFamily="34" charset="-122"/>
                <a:cs typeface="+mn-cs"/>
              </a:rPr>
              <a:t>的优势</a:t>
            </a:r>
          </a:p>
        </p:txBody>
      </p:sp>
      <p:sp>
        <p:nvSpPr>
          <p:cNvPr id="40" name="椭圆 39">
            <a:extLst>
              <a:ext uri="{FF2B5EF4-FFF2-40B4-BE49-F238E27FC236}">
                <a16:creationId xmlns:a16="http://schemas.microsoft.com/office/drawing/2014/main" id="{C4AE09D7-9797-175A-909C-F6E7F5CE3B5E}"/>
              </a:ext>
            </a:extLst>
          </p:cNvPr>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1" name="TextBox 40">
            <a:extLst>
              <a:ext uri="{FF2B5EF4-FFF2-40B4-BE49-F238E27FC236}">
                <a16:creationId xmlns:a16="http://schemas.microsoft.com/office/drawing/2014/main" id="{A780E4BA-BEA6-2997-5A66-2D17A0F16B54}"/>
              </a:ext>
            </a:extLst>
          </p:cNvPr>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1</a:t>
            </a:r>
            <a:endParaRPr lang="zh-CN" altLang="en-US" sz="3600" b="1" dirty="0">
              <a:solidFill>
                <a:schemeClr val="bg1"/>
              </a:solidFill>
              <a:latin typeface="微软雅黑" pitchFamily="34" charset="-122"/>
              <a:ea typeface="微软雅黑" pitchFamily="34" charset="-122"/>
            </a:endParaRPr>
          </a:p>
        </p:txBody>
      </p:sp>
      <p:sp>
        <p:nvSpPr>
          <p:cNvPr id="6" name="文本框 5">
            <a:extLst>
              <a:ext uri="{FF2B5EF4-FFF2-40B4-BE49-F238E27FC236}">
                <a16:creationId xmlns:a16="http://schemas.microsoft.com/office/drawing/2014/main" id="{ABE58591-80DE-CE44-9827-AD708BF63A91}"/>
              </a:ext>
            </a:extLst>
          </p:cNvPr>
          <p:cNvSpPr txBox="1"/>
          <p:nvPr/>
        </p:nvSpPr>
        <p:spPr>
          <a:xfrm>
            <a:off x="5154690" y="1873778"/>
            <a:ext cx="6154340" cy="1754326"/>
          </a:xfrm>
          <a:prstGeom prst="rect">
            <a:avLst/>
          </a:prstGeom>
          <a:noFill/>
        </p:spPr>
        <p:txBody>
          <a:bodyPr wrap="square">
            <a:spAutoFit/>
          </a:bodyPr>
          <a:lstStyle/>
          <a:p>
            <a:r>
              <a:rPr lang="zh-CN" altLang="en-US" b="1" dirty="0"/>
              <a:t>场景三：复杂背景干扰</a:t>
            </a:r>
            <a:br>
              <a:rPr lang="zh-CN" altLang="en-US" dirty="0"/>
            </a:br>
            <a:r>
              <a:rPr lang="zh-CN" altLang="en-US" dirty="0"/>
              <a:t>水面存在波浪、反光、倒影等干扰因素。</a:t>
            </a:r>
            <a:r>
              <a:rPr lang="en-US" altLang="zh-CN" dirty="0" err="1"/>
              <a:t>ResNet</a:t>
            </a:r>
            <a:r>
              <a:rPr lang="zh-CN" altLang="en-US" dirty="0"/>
              <a:t>等用于图像识别经典卷积神经网络容易将整图的纹理特征误判为类别特征，导致“波光粼粼”被误认为“白色塑料”。</a:t>
            </a:r>
            <a:r>
              <a:rPr lang="en-US" altLang="zh-CN" dirty="0"/>
              <a:t>YOLO</a:t>
            </a:r>
            <a:r>
              <a:rPr lang="zh-CN" altLang="en-US" dirty="0"/>
              <a:t>利用</a:t>
            </a:r>
            <a:r>
              <a:rPr lang="zh-CN" altLang="en-US" b="1" dirty="0"/>
              <a:t>全局上下文信息</a:t>
            </a:r>
            <a:r>
              <a:rPr lang="zh-CN" altLang="en-US" dirty="0"/>
              <a:t>和</a:t>
            </a:r>
            <a:r>
              <a:rPr lang="zh-CN" altLang="en-US" b="1" dirty="0"/>
              <a:t>锚框机制</a:t>
            </a:r>
            <a:r>
              <a:rPr lang="zh-CN" altLang="en-US" dirty="0"/>
              <a:t>，能够更好地区分真正的物体与背景噪声。</a:t>
            </a:r>
          </a:p>
        </p:txBody>
      </p:sp>
      <p:pic>
        <p:nvPicPr>
          <p:cNvPr id="8" name="图片 7">
            <a:extLst>
              <a:ext uri="{FF2B5EF4-FFF2-40B4-BE49-F238E27FC236}">
                <a16:creationId xmlns:a16="http://schemas.microsoft.com/office/drawing/2014/main" id="{E3ED0359-C354-D2F5-AF6D-6125C4E3030E}"/>
              </a:ext>
            </a:extLst>
          </p:cNvPr>
          <p:cNvPicPr>
            <a:picLocks noChangeAspect="1"/>
          </p:cNvPicPr>
          <p:nvPr/>
        </p:nvPicPr>
        <p:blipFill>
          <a:blip r:embed="rId3"/>
          <a:stretch>
            <a:fillRect/>
          </a:stretch>
        </p:blipFill>
        <p:spPr>
          <a:xfrm>
            <a:off x="176723" y="1493043"/>
            <a:ext cx="4723242" cy="4760101"/>
          </a:xfrm>
          <a:prstGeom prst="rect">
            <a:avLst/>
          </a:prstGeom>
        </p:spPr>
      </p:pic>
    </p:spTree>
    <p:extLst>
      <p:ext uri="{BB962C8B-B14F-4D97-AF65-F5344CB8AC3E}">
        <p14:creationId xmlns:p14="http://schemas.microsoft.com/office/powerpoint/2010/main" val="2151325533"/>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 calcmode="lin" valueType="num">
                                      <p:cBhvr>
                                        <p:cTn id="10" dur="300" fill="hold"/>
                                        <p:tgtEl>
                                          <p:spTgt spid="40"/>
                                        </p:tgtEl>
                                        <p:attrNameLst>
                                          <p:attrName>ppt_w</p:attrName>
                                        </p:attrNameLst>
                                      </p:cBhvr>
                                      <p:tavLst>
                                        <p:tav tm="0">
                                          <p:val>
                                            <p:fltVal val="0"/>
                                          </p:val>
                                        </p:tav>
                                        <p:tav tm="100000">
                                          <p:val>
                                            <p:strVal val="#ppt_w"/>
                                          </p:val>
                                        </p:tav>
                                      </p:tavLst>
                                    </p:anim>
                                    <p:anim calcmode="lin" valueType="num">
                                      <p:cBhvr>
                                        <p:cTn id="11" dur="300" fill="hold"/>
                                        <p:tgtEl>
                                          <p:spTgt spid="40"/>
                                        </p:tgtEl>
                                        <p:attrNameLst>
                                          <p:attrName>ppt_h</p:attrName>
                                        </p:attrNameLst>
                                      </p:cBhvr>
                                      <p:tavLst>
                                        <p:tav tm="0">
                                          <p:val>
                                            <p:fltVal val="0"/>
                                          </p:val>
                                        </p:tav>
                                        <p:tav tm="100000">
                                          <p:val>
                                            <p:strVal val="#ppt_h"/>
                                          </p:val>
                                        </p:tav>
                                      </p:tavLst>
                                    </p:anim>
                                    <p:animEffect transition="in" filter="fade">
                                      <p:cBhvr>
                                        <p:cTn id="12" dur="300"/>
                                        <p:tgtEl>
                                          <p:spTgt spid="40"/>
                                        </p:tgtEl>
                                      </p:cBhvr>
                                    </p:animEffect>
                                  </p:childTnLst>
                                </p:cTn>
                              </p:par>
                              <p:par>
                                <p:cTn id="13" presetID="6" presetClass="emph" presetSubtype="0" autoRev="1" fill="hold" grpId="1" nodeType="withEffect">
                                  <p:stCondLst>
                                    <p:cond delay="300"/>
                                  </p:stCondLst>
                                  <p:childTnLst>
                                    <p:animScale>
                                      <p:cBhvr>
                                        <p:cTn id="14" dur="150" fill="hold"/>
                                        <p:tgtEl>
                                          <p:spTgt spid="40"/>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41"/>
                                        </p:tgtEl>
                                        <p:attrNameLst>
                                          <p:attrName>style.visibility</p:attrName>
                                        </p:attrNameLst>
                                      </p:cBhvr>
                                      <p:to>
                                        <p:strVal val="visible"/>
                                      </p:to>
                                    </p:set>
                                    <p:anim calcmode="lin" valueType="num">
                                      <p:cBhvr>
                                        <p:cTn id="17" dur="300" fill="hold"/>
                                        <p:tgtEl>
                                          <p:spTgt spid="41"/>
                                        </p:tgtEl>
                                        <p:attrNameLst>
                                          <p:attrName>ppt_w</p:attrName>
                                        </p:attrNameLst>
                                      </p:cBhvr>
                                      <p:tavLst>
                                        <p:tav tm="0">
                                          <p:val>
                                            <p:fltVal val="0"/>
                                          </p:val>
                                        </p:tav>
                                        <p:tav tm="100000">
                                          <p:val>
                                            <p:strVal val="#ppt_w"/>
                                          </p:val>
                                        </p:tav>
                                      </p:tavLst>
                                    </p:anim>
                                    <p:anim calcmode="lin" valueType="num">
                                      <p:cBhvr>
                                        <p:cTn id="18" dur="300" fill="hold"/>
                                        <p:tgtEl>
                                          <p:spTgt spid="41"/>
                                        </p:tgtEl>
                                        <p:attrNameLst>
                                          <p:attrName>ppt_h</p:attrName>
                                        </p:attrNameLst>
                                      </p:cBhvr>
                                      <p:tavLst>
                                        <p:tav tm="0">
                                          <p:val>
                                            <p:fltVal val="0"/>
                                          </p:val>
                                        </p:tav>
                                        <p:tav tm="100000">
                                          <p:val>
                                            <p:strVal val="#ppt_h"/>
                                          </p:val>
                                        </p:tav>
                                      </p:tavLst>
                                    </p:anim>
                                    <p:animEffect transition="in" filter="fade">
                                      <p:cBhvr>
                                        <p:cTn id="19" dur="300"/>
                                        <p:tgtEl>
                                          <p:spTgt spid="41"/>
                                        </p:tgtEl>
                                      </p:cBhvr>
                                    </p:animEffect>
                                  </p:childTnLst>
                                </p:cTn>
                              </p:par>
                              <p:par>
                                <p:cTn id="20" presetID="6" presetClass="emph" presetSubtype="0" autoRev="1" fill="hold" grpId="1" nodeType="withEffect">
                                  <p:stCondLst>
                                    <p:cond delay="250"/>
                                  </p:stCondLst>
                                  <p:childTnLst>
                                    <p:animScale>
                                      <p:cBhvr>
                                        <p:cTn id="21" dur="300" fill="hold"/>
                                        <p:tgtEl>
                                          <p:spTgt spid="41"/>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animBg="1"/>
      <p:bldP spid="40" grpId="1" animBg="1"/>
      <p:bldP spid="41" grpId="0"/>
      <p:bldP spid="41"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FA16E-26C5-FC12-E48C-24040C1BE4E7}"/>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230155B2-C006-5E3F-3D5F-093A79FE30EB}"/>
              </a:ext>
            </a:extLst>
          </p:cNvPr>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37" name="矩形 157">
              <a:extLst>
                <a:ext uri="{FF2B5EF4-FFF2-40B4-BE49-F238E27FC236}">
                  <a16:creationId xmlns:a16="http://schemas.microsoft.com/office/drawing/2014/main" id="{7478E74B-229C-A2F5-B990-19838AFB47F5}"/>
                </a:ext>
              </a:extLst>
            </p:cNvPr>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等腰三角形 37">
              <a:extLst>
                <a:ext uri="{FF2B5EF4-FFF2-40B4-BE49-F238E27FC236}">
                  <a16:creationId xmlns:a16="http://schemas.microsoft.com/office/drawing/2014/main" id="{9F3E7DCF-52A7-42EC-6C25-9C461BC86CCE}"/>
                </a:ext>
              </a:extLst>
            </p:cNvPr>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标题 1">
            <a:extLst>
              <a:ext uri="{FF2B5EF4-FFF2-40B4-BE49-F238E27FC236}">
                <a16:creationId xmlns:a16="http://schemas.microsoft.com/office/drawing/2014/main" id="{C9D96C55-87ED-564E-4790-73BE71B2F95A}"/>
              </a:ext>
            </a:extLst>
          </p:cNvPr>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en-US" altLang="zh-CN" sz="2500" b="1" dirty="0">
                <a:solidFill>
                  <a:srgbClr val="FFFFFF"/>
                </a:solidFill>
                <a:latin typeface="微软雅黑" pitchFamily="34" charset="-122"/>
                <a:ea typeface="微软雅黑" pitchFamily="34" charset="-122"/>
                <a:cs typeface="+mn-cs"/>
              </a:rPr>
              <a:t>YOLO</a:t>
            </a:r>
            <a:r>
              <a:rPr lang="zh-CN" altLang="en-US" sz="2500" b="1" dirty="0">
                <a:solidFill>
                  <a:srgbClr val="FFFFFF"/>
                </a:solidFill>
                <a:latin typeface="微软雅黑" pitchFamily="34" charset="-122"/>
                <a:ea typeface="微软雅黑" pitchFamily="34" charset="-122"/>
                <a:cs typeface="+mn-cs"/>
              </a:rPr>
              <a:t>的优势</a:t>
            </a:r>
          </a:p>
        </p:txBody>
      </p:sp>
      <p:sp>
        <p:nvSpPr>
          <p:cNvPr id="40" name="椭圆 39">
            <a:extLst>
              <a:ext uri="{FF2B5EF4-FFF2-40B4-BE49-F238E27FC236}">
                <a16:creationId xmlns:a16="http://schemas.microsoft.com/office/drawing/2014/main" id="{FCE7367E-B44E-B950-B23F-032D33D182CE}"/>
              </a:ext>
            </a:extLst>
          </p:cNvPr>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1" name="TextBox 40">
            <a:extLst>
              <a:ext uri="{FF2B5EF4-FFF2-40B4-BE49-F238E27FC236}">
                <a16:creationId xmlns:a16="http://schemas.microsoft.com/office/drawing/2014/main" id="{3D2DB3BB-B09E-5158-1D8E-56D930FE6345}"/>
              </a:ext>
            </a:extLst>
          </p:cNvPr>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1</a:t>
            </a:r>
            <a:endParaRPr lang="zh-CN" altLang="en-US" sz="3600" b="1" dirty="0">
              <a:solidFill>
                <a:schemeClr val="bg1"/>
              </a:solidFill>
              <a:latin typeface="微软雅黑" pitchFamily="34" charset="-122"/>
              <a:ea typeface="微软雅黑" pitchFamily="34" charset="-122"/>
            </a:endParaRPr>
          </a:p>
        </p:txBody>
      </p:sp>
      <p:sp>
        <p:nvSpPr>
          <p:cNvPr id="6" name="文本框 5">
            <a:extLst>
              <a:ext uri="{FF2B5EF4-FFF2-40B4-BE49-F238E27FC236}">
                <a16:creationId xmlns:a16="http://schemas.microsoft.com/office/drawing/2014/main" id="{FFAC5943-3ABE-475B-217E-FCED75EB7964}"/>
              </a:ext>
            </a:extLst>
          </p:cNvPr>
          <p:cNvSpPr txBox="1"/>
          <p:nvPr/>
        </p:nvSpPr>
        <p:spPr>
          <a:xfrm>
            <a:off x="5233271" y="1952466"/>
            <a:ext cx="6154340" cy="2031325"/>
          </a:xfrm>
          <a:prstGeom prst="rect">
            <a:avLst/>
          </a:prstGeom>
          <a:noFill/>
        </p:spPr>
        <p:txBody>
          <a:bodyPr wrap="square">
            <a:spAutoFit/>
          </a:bodyPr>
          <a:lstStyle/>
          <a:p>
            <a:r>
              <a:rPr lang="zh-CN" altLang="en-US" b="1" dirty="0"/>
              <a:t>场景四：实时视频流处理</a:t>
            </a:r>
            <a:br>
              <a:rPr lang="zh-CN" altLang="en-US" dirty="0"/>
            </a:br>
            <a:r>
              <a:rPr lang="zh-CN" altLang="en-US" dirty="0"/>
              <a:t>水面监测常需处理无人机视频流或实时监控画面。</a:t>
            </a:r>
            <a:r>
              <a:rPr lang="en-US" altLang="zh-CN" dirty="0"/>
              <a:t>YOLO</a:t>
            </a:r>
            <a:r>
              <a:rPr lang="zh-CN" altLang="en-US" dirty="0"/>
              <a:t>作为单阶段检测器，在主流</a:t>
            </a:r>
            <a:r>
              <a:rPr lang="en-US" altLang="zh-CN" dirty="0"/>
              <a:t>GPU</a:t>
            </a:r>
            <a:r>
              <a:rPr lang="zh-CN" altLang="en-US" dirty="0"/>
              <a:t>上可达每秒数十帧至上百帧。一项针对</a:t>
            </a:r>
            <a:r>
              <a:rPr lang="en-US" altLang="zh-CN" dirty="0"/>
              <a:t>YOLOv8</a:t>
            </a:r>
            <a:r>
              <a:rPr lang="zh-CN" altLang="en-US" dirty="0"/>
              <a:t>的研究显示，其在特定场景下检测准确率可达</a:t>
            </a:r>
            <a:r>
              <a:rPr lang="en-US" altLang="zh-CN" dirty="0"/>
              <a:t>98%</a:t>
            </a:r>
            <a:r>
              <a:rPr lang="zh-CN" altLang="en-US" dirty="0"/>
              <a:t>，推理速度达</a:t>
            </a:r>
            <a:r>
              <a:rPr lang="en-US" altLang="zh-CN" dirty="0"/>
              <a:t>155 FPS</a:t>
            </a:r>
            <a:r>
              <a:rPr lang="zh-CN" altLang="en-US" dirty="0"/>
              <a:t>，完全满足实时处理需求。相比之下，经典卷积神经网络虽然也能快速分类，但无法提供位置信息，无法满足作业指导需求。</a:t>
            </a:r>
          </a:p>
        </p:txBody>
      </p:sp>
      <p:pic>
        <p:nvPicPr>
          <p:cNvPr id="8" name="图片 7">
            <a:extLst>
              <a:ext uri="{FF2B5EF4-FFF2-40B4-BE49-F238E27FC236}">
                <a16:creationId xmlns:a16="http://schemas.microsoft.com/office/drawing/2014/main" id="{220F2F88-73B5-4F33-1284-AFD57D8977AB}"/>
              </a:ext>
            </a:extLst>
          </p:cNvPr>
          <p:cNvPicPr>
            <a:picLocks noChangeAspect="1"/>
          </p:cNvPicPr>
          <p:nvPr/>
        </p:nvPicPr>
        <p:blipFill>
          <a:blip r:embed="rId3"/>
          <a:stretch>
            <a:fillRect/>
          </a:stretch>
        </p:blipFill>
        <p:spPr>
          <a:xfrm>
            <a:off x="176723" y="1493043"/>
            <a:ext cx="4723242" cy="4760101"/>
          </a:xfrm>
          <a:prstGeom prst="rect">
            <a:avLst/>
          </a:prstGeom>
        </p:spPr>
      </p:pic>
    </p:spTree>
    <p:extLst>
      <p:ext uri="{BB962C8B-B14F-4D97-AF65-F5344CB8AC3E}">
        <p14:creationId xmlns:p14="http://schemas.microsoft.com/office/powerpoint/2010/main" val="1140915497"/>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 calcmode="lin" valueType="num">
                                      <p:cBhvr>
                                        <p:cTn id="10" dur="300" fill="hold"/>
                                        <p:tgtEl>
                                          <p:spTgt spid="40"/>
                                        </p:tgtEl>
                                        <p:attrNameLst>
                                          <p:attrName>ppt_w</p:attrName>
                                        </p:attrNameLst>
                                      </p:cBhvr>
                                      <p:tavLst>
                                        <p:tav tm="0">
                                          <p:val>
                                            <p:fltVal val="0"/>
                                          </p:val>
                                        </p:tav>
                                        <p:tav tm="100000">
                                          <p:val>
                                            <p:strVal val="#ppt_w"/>
                                          </p:val>
                                        </p:tav>
                                      </p:tavLst>
                                    </p:anim>
                                    <p:anim calcmode="lin" valueType="num">
                                      <p:cBhvr>
                                        <p:cTn id="11" dur="300" fill="hold"/>
                                        <p:tgtEl>
                                          <p:spTgt spid="40"/>
                                        </p:tgtEl>
                                        <p:attrNameLst>
                                          <p:attrName>ppt_h</p:attrName>
                                        </p:attrNameLst>
                                      </p:cBhvr>
                                      <p:tavLst>
                                        <p:tav tm="0">
                                          <p:val>
                                            <p:fltVal val="0"/>
                                          </p:val>
                                        </p:tav>
                                        <p:tav tm="100000">
                                          <p:val>
                                            <p:strVal val="#ppt_h"/>
                                          </p:val>
                                        </p:tav>
                                      </p:tavLst>
                                    </p:anim>
                                    <p:animEffect transition="in" filter="fade">
                                      <p:cBhvr>
                                        <p:cTn id="12" dur="300"/>
                                        <p:tgtEl>
                                          <p:spTgt spid="40"/>
                                        </p:tgtEl>
                                      </p:cBhvr>
                                    </p:animEffect>
                                  </p:childTnLst>
                                </p:cTn>
                              </p:par>
                              <p:par>
                                <p:cTn id="13" presetID="6" presetClass="emph" presetSubtype="0" autoRev="1" fill="hold" grpId="1" nodeType="withEffect">
                                  <p:stCondLst>
                                    <p:cond delay="300"/>
                                  </p:stCondLst>
                                  <p:childTnLst>
                                    <p:animScale>
                                      <p:cBhvr>
                                        <p:cTn id="14" dur="150" fill="hold"/>
                                        <p:tgtEl>
                                          <p:spTgt spid="40"/>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41"/>
                                        </p:tgtEl>
                                        <p:attrNameLst>
                                          <p:attrName>style.visibility</p:attrName>
                                        </p:attrNameLst>
                                      </p:cBhvr>
                                      <p:to>
                                        <p:strVal val="visible"/>
                                      </p:to>
                                    </p:set>
                                    <p:anim calcmode="lin" valueType="num">
                                      <p:cBhvr>
                                        <p:cTn id="17" dur="300" fill="hold"/>
                                        <p:tgtEl>
                                          <p:spTgt spid="41"/>
                                        </p:tgtEl>
                                        <p:attrNameLst>
                                          <p:attrName>ppt_w</p:attrName>
                                        </p:attrNameLst>
                                      </p:cBhvr>
                                      <p:tavLst>
                                        <p:tav tm="0">
                                          <p:val>
                                            <p:fltVal val="0"/>
                                          </p:val>
                                        </p:tav>
                                        <p:tav tm="100000">
                                          <p:val>
                                            <p:strVal val="#ppt_w"/>
                                          </p:val>
                                        </p:tav>
                                      </p:tavLst>
                                    </p:anim>
                                    <p:anim calcmode="lin" valueType="num">
                                      <p:cBhvr>
                                        <p:cTn id="18" dur="300" fill="hold"/>
                                        <p:tgtEl>
                                          <p:spTgt spid="41"/>
                                        </p:tgtEl>
                                        <p:attrNameLst>
                                          <p:attrName>ppt_h</p:attrName>
                                        </p:attrNameLst>
                                      </p:cBhvr>
                                      <p:tavLst>
                                        <p:tav tm="0">
                                          <p:val>
                                            <p:fltVal val="0"/>
                                          </p:val>
                                        </p:tav>
                                        <p:tav tm="100000">
                                          <p:val>
                                            <p:strVal val="#ppt_h"/>
                                          </p:val>
                                        </p:tav>
                                      </p:tavLst>
                                    </p:anim>
                                    <p:animEffect transition="in" filter="fade">
                                      <p:cBhvr>
                                        <p:cTn id="19" dur="300"/>
                                        <p:tgtEl>
                                          <p:spTgt spid="41"/>
                                        </p:tgtEl>
                                      </p:cBhvr>
                                    </p:animEffect>
                                  </p:childTnLst>
                                </p:cTn>
                              </p:par>
                              <p:par>
                                <p:cTn id="20" presetID="6" presetClass="emph" presetSubtype="0" autoRev="1" fill="hold" grpId="1" nodeType="withEffect">
                                  <p:stCondLst>
                                    <p:cond delay="250"/>
                                  </p:stCondLst>
                                  <p:childTnLst>
                                    <p:animScale>
                                      <p:cBhvr>
                                        <p:cTn id="21" dur="300" fill="hold"/>
                                        <p:tgtEl>
                                          <p:spTgt spid="41"/>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animBg="1"/>
      <p:bldP spid="40" grpId="1" animBg="1"/>
      <p:bldP spid="41" grpId="0"/>
      <p:bldP spid="41"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628305" y="2371200"/>
            <a:ext cx="6497813" cy="1779762"/>
          </a:xfrm>
          <a:custGeom>
            <a:avLst/>
            <a:gdLst/>
            <a:ahLst/>
            <a:cxnLst/>
            <a:rect l="l" t="t" r="r" b="b"/>
            <a:pathLst>
              <a:path w="6497813" h="1223716">
                <a:moveTo>
                  <a:pt x="0" y="0"/>
                </a:moveTo>
                <a:lnTo>
                  <a:pt x="6497813" y="0"/>
                </a:lnTo>
                <a:lnTo>
                  <a:pt x="6497813" y="1223716"/>
                </a:lnTo>
                <a:lnTo>
                  <a:pt x="124270" y="1223716"/>
                </a:lnTo>
                <a:cubicBezTo>
                  <a:pt x="210685" y="1069007"/>
                  <a:pt x="259682" y="890681"/>
                  <a:pt x="259682" y="700911"/>
                </a:cubicBezTo>
                <a:cubicBezTo>
                  <a:pt x="259682" y="433116"/>
                  <a:pt x="162111" y="188110"/>
                  <a:pt x="0" y="0"/>
                </a:cubicBezTo>
                <a:close/>
              </a:path>
            </a:pathLst>
          </a:custGeom>
          <a:gradFill>
            <a:gsLst>
              <a:gs pos="0">
                <a:srgbClr val="108692"/>
              </a:gs>
              <a:gs pos="100000">
                <a:srgbClr val="16B2C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631155" y="2182230"/>
            <a:ext cx="2157702" cy="2157702"/>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1270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1" name="矩形 10"/>
          <p:cNvSpPr/>
          <p:nvPr/>
        </p:nvSpPr>
        <p:spPr>
          <a:xfrm>
            <a:off x="5941219" y="2577838"/>
            <a:ext cx="6249194" cy="1569656"/>
          </a:xfrm>
          <a:prstGeom prst="rect">
            <a:avLst/>
          </a:prstGeom>
        </p:spPr>
        <p:txBody>
          <a:bodyPr wrap="square" lIns="91437" tIns="45718" rIns="91437" bIns="45718">
            <a:spAutoFit/>
          </a:bodyPr>
          <a:lstStyle/>
          <a:p>
            <a:r>
              <a:rPr lang="en-US" altLang="zh-CN" sz="4800" b="1" dirty="0">
                <a:solidFill>
                  <a:schemeClr val="bg1"/>
                </a:solidFill>
                <a:latin typeface="微软雅黑" pitchFamily="34" charset="-122"/>
                <a:ea typeface="微软雅黑" pitchFamily="34" charset="-122"/>
              </a:rPr>
              <a:t>YOLO</a:t>
            </a:r>
            <a:r>
              <a:rPr lang="zh-CN" altLang="en-US" sz="4800" b="1" dirty="0">
                <a:solidFill>
                  <a:schemeClr val="bg1"/>
                </a:solidFill>
                <a:latin typeface="微软雅黑" pitchFamily="34" charset="-122"/>
                <a:ea typeface="微软雅黑" pitchFamily="34" charset="-122"/>
              </a:rPr>
              <a:t>项目的数据集</a:t>
            </a:r>
            <a:endParaRPr lang="en-US" altLang="zh-CN" sz="4800" b="1" dirty="0">
              <a:solidFill>
                <a:schemeClr val="bg1"/>
              </a:solidFill>
              <a:latin typeface="微软雅黑" pitchFamily="34" charset="-122"/>
              <a:ea typeface="微软雅黑" pitchFamily="34" charset="-122"/>
            </a:endParaRPr>
          </a:p>
          <a:p>
            <a:r>
              <a:rPr lang="zh-CN" altLang="en-US" sz="4800" b="1" dirty="0">
                <a:solidFill>
                  <a:schemeClr val="bg1"/>
                </a:solidFill>
                <a:latin typeface="微软雅黑" pitchFamily="34" charset="-122"/>
                <a:ea typeface="微软雅黑" pitchFamily="34" charset="-122"/>
              </a:rPr>
              <a:t>情况</a:t>
            </a:r>
          </a:p>
        </p:txBody>
      </p:sp>
      <p:sp>
        <p:nvSpPr>
          <p:cNvPr id="13" name="TextBox 12"/>
          <p:cNvSpPr txBox="1"/>
          <p:nvPr/>
        </p:nvSpPr>
        <p:spPr>
          <a:xfrm>
            <a:off x="3648408" y="2526224"/>
            <a:ext cx="2157702" cy="1323429"/>
          </a:xfrm>
          <a:prstGeom prst="rect">
            <a:avLst/>
          </a:prstGeom>
          <a:noFill/>
        </p:spPr>
        <p:txBody>
          <a:bodyPr wrap="square" lIns="91431" tIns="45715" rIns="91431" bIns="45715" rtlCol="0">
            <a:spAutoFit/>
          </a:bodyPr>
          <a:lstStyle/>
          <a:p>
            <a:pPr algn="ctr"/>
            <a:r>
              <a:rPr lang="en-US" altLang="zh-CN" sz="8000" b="1" dirty="0">
                <a:solidFill>
                  <a:schemeClr val="bg1"/>
                </a:solidFill>
                <a:latin typeface="微软雅黑" pitchFamily="34" charset="-122"/>
                <a:ea typeface="微软雅黑" pitchFamily="34" charset="-122"/>
              </a:rPr>
              <a:t>C</a:t>
            </a:r>
            <a:endParaRPr lang="zh-CN" altLang="en-US" sz="8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778307529"/>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300" fill="hold"/>
                                        <p:tgtEl>
                                          <p:spTgt spid="9"/>
                                        </p:tgtEl>
                                        <p:attrNameLst>
                                          <p:attrName>ppt_w</p:attrName>
                                        </p:attrNameLst>
                                      </p:cBhvr>
                                      <p:tavLst>
                                        <p:tav tm="0">
                                          <p:val>
                                            <p:fltVal val="0"/>
                                          </p:val>
                                        </p:tav>
                                        <p:tav tm="100000">
                                          <p:val>
                                            <p:strVal val="#ppt_w"/>
                                          </p:val>
                                        </p:tav>
                                      </p:tavLst>
                                    </p:anim>
                                    <p:anim calcmode="lin" valueType="num">
                                      <p:cBhvr>
                                        <p:cTn id="8" dur="300" fill="hold"/>
                                        <p:tgtEl>
                                          <p:spTgt spid="9"/>
                                        </p:tgtEl>
                                        <p:attrNameLst>
                                          <p:attrName>ppt_h</p:attrName>
                                        </p:attrNameLst>
                                      </p:cBhvr>
                                      <p:tavLst>
                                        <p:tav tm="0">
                                          <p:val>
                                            <p:fltVal val="0"/>
                                          </p:val>
                                        </p:tav>
                                        <p:tav tm="100000">
                                          <p:val>
                                            <p:strVal val="#ppt_h"/>
                                          </p:val>
                                        </p:tav>
                                      </p:tavLst>
                                    </p:anim>
                                    <p:animEffect transition="in" filter="fade">
                                      <p:cBhvr>
                                        <p:cTn id="9" dur="300"/>
                                        <p:tgtEl>
                                          <p:spTgt spid="9"/>
                                        </p:tgtEl>
                                      </p:cBhvr>
                                    </p:animEffect>
                                  </p:childTnLst>
                                </p:cTn>
                              </p:par>
                              <p:par>
                                <p:cTn id="10" presetID="6" presetClass="emph" presetSubtype="0" autoRev="1" fill="hold" grpId="1" nodeType="withEffect">
                                  <p:stCondLst>
                                    <p:cond delay="300"/>
                                  </p:stCondLst>
                                  <p:childTnLst>
                                    <p:animScale>
                                      <p:cBhvr>
                                        <p:cTn id="11" dur="150" fill="hold"/>
                                        <p:tgtEl>
                                          <p:spTgt spid="9"/>
                                        </p:tgtEl>
                                      </p:cBhvr>
                                      <p:by x="110000" y="110000"/>
                                    </p:animScale>
                                  </p:childTnLst>
                                </p:cTn>
                              </p:par>
                              <p:par>
                                <p:cTn id="12" presetID="53" presetClass="entr" presetSubtype="16" fill="hold" grpId="0" nodeType="withEffect">
                                  <p:stCondLst>
                                    <p:cond delay="500"/>
                                  </p:stCondLst>
                                  <p:childTnLst>
                                    <p:set>
                                      <p:cBhvr>
                                        <p:cTn id="13" dur="1" fill="hold">
                                          <p:stCondLst>
                                            <p:cond delay="0"/>
                                          </p:stCondLst>
                                        </p:cTn>
                                        <p:tgtEl>
                                          <p:spTgt spid="13"/>
                                        </p:tgtEl>
                                        <p:attrNameLst>
                                          <p:attrName>style.visibility</p:attrName>
                                        </p:attrNameLst>
                                      </p:cBhvr>
                                      <p:to>
                                        <p:strVal val="visible"/>
                                      </p:to>
                                    </p:set>
                                    <p:anim calcmode="lin" valueType="num">
                                      <p:cBhvr>
                                        <p:cTn id="14" dur="300" fill="hold"/>
                                        <p:tgtEl>
                                          <p:spTgt spid="13"/>
                                        </p:tgtEl>
                                        <p:attrNameLst>
                                          <p:attrName>ppt_w</p:attrName>
                                        </p:attrNameLst>
                                      </p:cBhvr>
                                      <p:tavLst>
                                        <p:tav tm="0">
                                          <p:val>
                                            <p:fltVal val="0"/>
                                          </p:val>
                                        </p:tav>
                                        <p:tav tm="100000">
                                          <p:val>
                                            <p:strVal val="#ppt_w"/>
                                          </p:val>
                                        </p:tav>
                                      </p:tavLst>
                                    </p:anim>
                                    <p:anim calcmode="lin" valueType="num">
                                      <p:cBhvr>
                                        <p:cTn id="15" dur="300" fill="hold"/>
                                        <p:tgtEl>
                                          <p:spTgt spid="13"/>
                                        </p:tgtEl>
                                        <p:attrNameLst>
                                          <p:attrName>ppt_h</p:attrName>
                                        </p:attrNameLst>
                                      </p:cBhvr>
                                      <p:tavLst>
                                        <p:tav tm="0">
                                          <p:val>
                                            <p:fltVal val="0"/>
                                          </p:val>
                                        </p:tav>
                                        <p:tav tm="100000">
                                          <p:val>
                                            <p:strVal val="#ppt_h"/>
                                          </p:val>
                                        </p:tav>
                                      </p:tavLst>
                                    </p:anim>
                                    <p:animEffect transition="in" filter="fade">
                                      <p:cBhvr>
                                        <p:cTn id="16" dur="300"/>
                                        <p:tgtEl>
                                          <p:spTgt spid="13"/>
                                        </p:tgtEl>
                                      </p:cBhvr>
                                    </p:animEffect>
                                  </p:childTnLst>
                                </p:cTn>
                              </p:par>
                              <p:par>
                                <p:cTn id="17" presetID="6" presetClass="emph" presetSubtype="0" autoRev="1" fill="hold" grpId="1" nodeType="withEffect">
                                  <p:stCondLst>
                                    <p:cond delay="800"/>
                                  </p:stCondLst>
                                  <p:childTnLst>
                                    <p:animScale>
                                      <p:cBhvr>
                                        <p:cTn id="18" dur="300" fill="hold"/>
                                        <p:tgtEl>
                                          <p:spTgt spid="13"/>
                                        </p:tgtEl>
                                      </p:cBhvr>
                                      <p:by x="110000" y="110000"/>
                                    </p:animScale>
                                  </p:childTnLst>
                                </p:cTn>
                              </p:par>
                            </p:childTnLst>
                          </p:cTn>
                        </p:par>
                        <p:par>
                          <p:cTn id="19" fill="hold">
                            <p:stCondLst>
                              <p:cond delay="1400"/>
                            </p:stCondLst>
                            <p:childTnLst>
                              <p:par>
                                <p:cTn id="20" presetID="22" presetClass="entr" presetSubtype="8"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p:stCondLst>
                              <p:cond delay="1900"/>
                            </p:stCondLst>
                            <p:childTnLst>
                              <p:par>
                                <p:cTn id="24" presetID="3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1250" fill="hold"/>
                                        <p:tgtEl>
                                          <p:spTgt spid="11"/>
                                        </p:tgtEl>
                                        <p:attrNameLst>
                                          <p:attrName>ppt_w</p:attrName>
                                        </p:attrNameLst>
                                      </p:cBhvr>
                                      <p:tavLst>
                                        <p:tav tm="0">
                                          <p:val>
                                            <p:fltVal val="0"/>
                                          </p:val>
                                        </p:tav>
                                        <p:tav tm="100000">
                                          <p:val>
                                            <p:strVal val="#ppt_w"/>
                                          </p:val>
                                        </p:tav>
                                      </p:tavLst>
                                    </p:anim>
                                    <p:anim calcmode="lin" valueType="num">
                                      <p:cBhvr>
                                        <p:cTn id="27" dur="1250" fill="hold"/>
                                        <p:tgtEl>
                                          <p:spTgt spid="11"/>
                                        </p:tgtEl>
                                        <p:attrNameLst>
                                          <p:attrName>ppt_h</p:attrName>
                                        </p:attrNameLst>
                                      </p:cBhvr>
                                      <p:tavLst>
                                        <p:tav tm="0">
                                          <p:val>
                                            <p:fltVal val="0"/>
                                          </p:val>
                                        </p:tav>
                                        <p:tav tm="100000">
                                          <p:val>
                                            <p:strVal val="#ppt_h"/>
                                          </p:val>
                                        </p:tav>
                                      </p:tavLst>
                                    </p:anim>
                                    <p:anim calcmode="lin" valueType="num">
                                      <p:cBhvr>
                                        <p:cTn id="28" dur="1250" fill="hold"/>
                                        <p:tgtEl>
                                          <p:spTgt spid="11"/>
                                        </p:tgtEl>
                                        <p:attrNameLst>
                                          <p:attrName>style.rotation</p:attrName>
                                        </p:attrNameLst>
                                      </p:cBhvr>
                                      <p:tavLst>
                                        <p:tav tm="0">
                                          <p:val>
                                            <p:fltVal val="90"/>
                                          </p:val>
                                        </p:tav>
                                        <p:tav tm="100000">
                                          <p:val>
                                            <p:fltVal val="0"/>
                                          </p:val>
                                        </p:tav>
                                      </p:tavLst>
                                    </p:anim>
                                    <p:animEffect transition="in" filter="fade">
                                      <p:cBhvr>
                                        <p:cTn id="29"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animBg="1"/>
      <p:bldP spid="9" grpId="1" animBg="1"/>
      <p:bldP spid="11" grpId="0"/>
      <p:bldP spid="13" grpId="0"/>
      <p:bldP spid="1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7B14D28-8B22-AFCA-8601-B9F5B2B3F0AA}"/>
              </a:ext>
            </a:extLst>
          </p:cNvPr>
          <p:cNvSpPr txBox="1"/>
          <p:nvPr/>
        </p:nvSpPr>
        <p:spPr>
          <a:xfrm>
            <a:off x="6095206" y="1302385"/>
            <a:ext cx="6154340" cy="923330"/>
          </a:xfrm>
          <a:prstGeom prst="rect">
            <a:avLst/>
          </a:prstGeom>
          <a:noFill/>
        </p:spPr>
        <p:txBody>
          <a:bodyPr wrap="square">
            <a:spAutoFit/>
          </a:bodyPr>
          <a:lstStyle/>
          <a:p>
            <a:r>
              <a:rPr lang="zh-CN" altLang="en-US" dirty="0"/>
              <a:t>数据即来源于国内开发者社区分享的数据集</a:t>
            </a:r>
            <a:endParaRPr lang="en-US" altLang="zh-CN" dirty="0"/>
          </a:p>
          <a:p>
            <a:r>
              <a:rPr lang="zh-CN" altLang="en-US" dirty="0"/>
              <a:t>这里面包括了含有漂浮物的河道以及相关的标签与坐标框的具体位置，凡此种种的数据集有数千个</a:t>
            </a:r>
          </a:p>
        </p:txBody>
      </p:sp>
      <p:pic>
        <p:nvPicPr>
          <p:cNvPr id="5" name="图片 4">
            <a:extLst>
              <a:ext uri="{FF2B5EF4-FFF2-40B4-BE49-F238E27FC236}">
                <a16:creationId xmlns:a16="http://schemas.microsoft.com/office/drawing/2014/main" id="{DB619FE1-361B-6ADD-B855-DE0CD06EA9C6}"/>
              </a:ext>
            </a:extLst>
          </p:cNvPr>
          <p:cNvPicPr>
            <a:picLocks noChangeAspect="1"/>
          </p:cNvPicPr>
          <p:nvPr/>
        </p:nvPicPr>
        <p:blipFill>
          <a:blip r:embed="rId3"/>
          <a:stretch>
            <a:fillRect/>
          </a:stretch>
        </p:blipFill>
        <p:spPr>
          <a:xfrm>
            <a:off x="1" y="311727"/>
            <a:ext cx="5877076" cy="3567330"/>
          </a:xfrm>
          <a:prstGeom prst="rect">
            <a:avLst/>
          </a:prstGeom>
        </p:spPr>
      </p:pic>
      <p:pic>
        <p:nvPicPr>
          <p:cNvPr id="7" name="图片 6">
            <a:extLst>
              <a:ext uri="{FF2B5EF4-FFF2-40B4-BE49-F238E27FC236}">
                <a16:creationId xmlns:a16="http://schemas.microsoft.com/office/drawing/2014/main" id="{05993C04-EBE5-8582-D1CB-AB7063C01394}"/>
              </a:ext>
            </a:extLst>
          </p:cNvPr>
          <p:cNvPicPr>
            <a:picLocks noChangeAspect="1"/>
          </p:cNvPicPr>
          <p:nvPr/>
        </p:nvPicPr>
        <p:blipFill>
          <a:blip r:embed="rId4"/>
          <a:stretch>
            <a:fillRect/>
          </a:stretch>
        </p:blipFill>
        <p:spPr>
          <a:xfrm>
            <a:off x="6221047" y="2558257"/>
            <a:ext cx="5794419" cy="3954585"/>
          </a:xfrm>
          <a:prstGeom prst="rect">
            <a:avLst/>
          </a:prstGeom>
        </p:spPr>
      </p:pic>
    </p:spTree>
    <p:extLst>
      <p:ext uri="{BB962C8B-B14F-4D97-AF65-F5344CB8AC3E}">
        <p14:creationId xmlns:p14="http://schemas.microsoft.com/office/powerpoint/2010/main" val="215385411"/>
      </p:ext>
    </p:extLst>
  </p:cSld>
  <p:clrMapOvr>
    <a:masterClrMapping/>
  </p:clrMapOvr>
  <p:transition spd="slow" advTm="1000">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692599" y="2560170"/>
            <a:ext cx="6497813" cy="1223716"/>
          </a:xfrm>
          <a:custGeom>
            <a:avLst/>
            <a:gdLst/>
            <a:ahLst/>
            <a:cxnLst/>
            <a:rect l="l" t="t" r="r" b="b"/>
            <a:pathLst>
              <a:path w="6497813" h="1223716">
                <a:moveTo>
                  <a:pt x="0" y="0"/>
                </a:moveTo>
                <a:lnTo>
                  <a:pt x="6497813" y="0"/>
                </a:lnTo>
                <a:lnTo>
                  <a:pt x="6497813" y="1223716"/>
                </a:lnTo>
                <a:lnTo>
                  <a:pt x="124270" y="1223716"/>
                </a:lnTo>
                <a:cubicBezTo>
                  <a:pt x="210685" y="1069007"/>
                  <a:pt x="259682" y="890681"/>
                  <a:pt x="259682" y="700911"/>
                </a:cubicBezTo>
                <a:cubicBezTo>
                  <a:pt x="259682" y="433116"/>
                  <a:pt x="162111" y="188110"/>
                  <a:pt x="0" y="0"/>
                </a:cubicBezTo>
                <a:close/>
              </a:path>
            </a:pathLst>
          </a:custGeom>
          <a:gradFill>
            <a:gsLst>
              <a:gs pos="0">
                <a:srgbClr val="108692"/>
              </a:gs>
              <a:gs pos="100000">
                <a:srgbClr val="16B2C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631155" y="2182230"/>
            <a:ext cx="2157702" cy="2157702"/>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1270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1" name="矩形 10"/>
          <p:cNvSpPr/>
          <p:nvPr/>
        </p:nvSpPr>
        <p:spPr>
          <a:xfrm>
            <a:off x="6155323" y="2756531"/>
            <a:ext cx="7806025" cy="830993"/>
          </a:xfrm>
          <a:prstGeom prst="rect">
            <a:avLst/>
          </a:prstGeom>
        </p:spPr>
        <p:txBody>
          <a:bodyPr wrap="square" lIns="91437" tIns="45718" rIns="91437" bIns="45718">
            <a:spAutoFit/>
          </a:bodyPr>
          <a:lstStyle/>
          <a:p>
            <a:r>
              <a:rPr lang="zh-CN" altLang="en-US" sz="4800" b="1" dirty="0">
                <a:solidFill>
                  <a:schemeClr val="bg1"/>
                </a:solidFill>
                <a:latin typeface="微软雅黑" pitchFamily="34" charset="-122"/>
                <a:ea typeface="微软雅黑" pitchFamily="34" charset="-122"/>
              </a:rPr>
              <a:t>如何开展相关内容</a:t>
            </a:r>
          </a:p>
        </p:txBody>
      </p:sp>
      <p:sp>
        <p:nvSpPr>
          <p:cNvPr id="13" name="TextBox 12"/>
          <p:cNvSpPr txBox="1"/>
          <p:nvPr/>
        </p:nvSpPr>
        <p:spPr>
          <a:xfrm>
            <a:off x="3648408" y="2526224"/>
            <a:ext cx="2157702" cy="1323429"/>
          </a:xfrm>
          <a:prstGeom prst="rect">
            <a:avLst/>
          </a:prstGeom>
          <a:noFill/>
        </p:spPr>
        <p:txBody>
          <a:bodyPr wrap="square" lIns="91431" tIns="45715" rIns="91431" bIns="45715" rtlCol="0">
            <a:spAutoFit/>
          </a:bodyPr>
          <a:lstStyle/>
          <a:p>
            <a:pPr algn="ctr"/>
            <a:r>
              <a:rPr lang="en-US" altLang="zh-CN" sz="8000" b="1" dirty="0">
                <a:solidFill>
                  <a:schemeClr val="bg1"/>
                </a:solidFill>
                <a:latin typeface="微软雅黑" pitchFamily="34" charset="-122"/>
                <a:ea typeface="微软雅黑" pitchFamily="34" charset="-122"/>
              </a:rPr>
              <a:t>D</a:t>
            </a:r>
            <a:endParaRPr lang="zh-CN" altLang="en-US" sz="8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778307529"/>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300" fill="hold"/>
                                        <p:tgtEl>
                                          <p:spTgt spid="9"/>
                                        </p:tgtEl>
                                        <p:attrNameLst>
                                          <p:attrName>ppt_w</p:attrName>
                                        </p:attrNameLst>
                                      </p:cBhvr>
                                      <p:tavLst>
                                        <p:tav tm="0">
                                          <p:val>
                                            <p:fltVal val="0"/>
                                          </p:val>
                                        </p:tav>
                                        <p:tav tm="100000">
                                          <p:val>
                                            <p:strVal val="#ppt_w"/>
                                          </p:val>
                                        </p:tav>
                                      </p:tavLst>
                                    </p:anim>
                                    <p:anim calcmode="lin" valueType="num">
                                      <p:cBhvr>
                                        <p:cTn id="8" dur="300" fill="hold"/>
                                        <p:tgtEl>
                                          <p:spTgt spid="9"/>
                                        </p:tgtEl>
                                        <p:attrNameLst>
                                          <p:attrName>ppt_h</p:attrName>
                                        </p:attrNameLst>
                                      </p:cBhvr>
                                      <p:tavLst>
                                        <p:tav tm="0">
                                          <p:val>
                                            <p:fltVal val="0"/>
                                          </p:val>
                                        </p:tav>
                                        <p:tav tm="100000">
                                          <p:val>
                                            <p:strVal val="#ppt_h"/>
                                          </p:val>
                                        </p:tav>
                                      </p:tavLst>
                                    </p:anim>
                                    <p:animEffect transition="in" filter="fade">
                                      <p:cBhvr>
                                        <p:cTn id="9" dur="300"/>
                                        <p:tgtEl>
                                          <p:spTgt spid="9"/>
                                        </p:tgtEl>
                                      </p:cBhvr>
                                    </p:animEffect>
                                  </p:childTnLst>
                                </p:cTn>
                              </p:par>
                              <p:par>
                                <p:cTn id="10" presetID="6" presetClass="emph" presetSubtype="0" autoRev="1" fill="hold" grpId="1" nodeType="withEffect">
                                  <p:stCondLst>
                                    <p:cond delay="300"/>
                                  </p:stCondLst>
                                  <p:childTnLst>
                                    <p:animScale>
                                      <p:cBhvr>
                                        <p:cTn id="11" dur="150" fill="hold"/>
                                        <p:tgtEl>
                                          <p:spTgt spid="9"/>
                                        </p:tgtEl>
                                      </p:cBhvr>
                                      <p:by x="110000" y="110000"/>
                                    </p:animScale>
                                  </p:childTnLst>
                                </p:cTn>
                              </p:par>
                              <p:par>
                                <p:cTn id="12" presetID="53" presetClass="entr" presetSubtype="16" fill="hold" grpId="0" nodeType="withEffect">
                                  <p:stCondLst>
                                    <p:cond delay="500"/>
                                  </p:stCondLst>
                                  <p:childTnLst>
                                    <p:set>
                                      <p:cBhvr>
                                        <p:cTn id="13" dur="1" fill="hold">
                                          <p:stCondLst>
                                            <p:cond delay="0"/>
                                          </p:stCondLst>
                                        </p:cTn>
                                        <p:tgtEl>
                                          <p:spTgt spid="13"/>
                                        </p:tgtEl>
                                        <p:attrNameLst>
                                          <p:attrName>style.visibility</p:attrName>
                                        </p:attrNameLst>
                                      </p:cBhvr>
                                      <p:to>
                                        <p:strVal val="visible"/>
                                      </p:to>
                                    </p:set>
                                    <p:anim calcmode="lin" valueType="num">
                                      <p:cBhvr>
                                        <p:cTn id="14" dur="300" fill="hold"/>
                                        <p:tgtEl>
                                          <p:spTgt spid="13"/>
                                        </p:tgtEl>
                                        <p:attrNameLst>
                                          <p:attrName>ppt_w</p:attrName>
                                        </p:attrNameLst>
                                      </p:cBhvr>
                                      <p:tavLst>
                                        <p:tav tm="0">
                                          <p:val>
                                            <p:fltVal val="0"/>
                                          </p:val>
                                        </p:tav>
                                        <p:tav tm="100000">
                                          <p:val>
                                            <p:strVal val="#ppt_w"/>
                                          </p:val>
                                        </p:tav>
                                      </p:tavLst>
                                    </p:anim>
                                    <p:anim calcmode="lin" valueType="num">
                                      <p:cBhvr>
                                        <p:cTn id="15" dur="300" fill="hold"/>
                                        <p:tgtEl>
                                          <p:spTgt spid="13"/>
                                        </p:tgtEl>
                                        <p:attrNameLst>
                                          <p:attrName>ppt_h</p:attrName>
                                        </p:attrNameLst>
                                      </p:cBhvr>
                                      <p:tavLst>
                                        <p:tav tm="0">
                                          <p:val>
                                            <p:fltVal val="0"/>
                                          </p:val>
                                        </p:tav>
                                        <p:tav tm="100000">
                                          <p:val>
                                            <p:strVal val="#ppt_h"/>
                                          </p:val>
                                        </p:tav>
                                      </p:tavLst>
                                    </p:anim>
                                    <p:animEffect transition="in" filter="fade">
                                      <p:cBhvr>
                                        <p:cTn id="16" dur="300"/>
                                        <p:tgtEl>
                                          <p:spTgt spid="13"/>
                                        </p:tgtEl>
                                      </p:cBhvr>
                                    </p:animEffect>
                                  </p:childTnLst>
                                </p:cTn>
                              </p:par>
                              <p:par>
                                <p:cTn id="17" presetID="6" presetClass="emph" presetSubtype="0" autoRev="1" fill="hold" grpId="1" nodeType="withEffect">
                                  <p:stCondLst>
                                    <p:cond delay="800"/>
                                  </p:stCondLst>
                                  <p:childTnLst>
                                    <p:animScale>
                                      <p:cBhvr>
                                        <p:cTn id="18" dur="300" fill="hold"/>
                                        <p:tgtEl>
                                          <p:spTgt spid="13"/>
                                        </p:tgtEl>
                                      </p:cBhvr>
                                      <p:by x="110000" y="110000"/>
                                    </p:animScale>
                                  </p:childTnLst>
                                </p:cTn>
                              </p:par>
                            </p:childTnLst>
                          </p:cTn>
                        </p:par>
                        <p:par>
                          <p:cTn id="19" fill="hold">
                            <p:stCondLst>
                              <p:cond delay="1400"/>
                            </p:stCondLst>
                            <p:childTnLst>
                              <p:par>
                                <p:cTn id="20" presetID="22" presetClass="entr" presetSubtype="8"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p:stCondLst>
                              <p:cond delay="1900"/>
                            </p:stCondLst>
                            <p:childTnLst>
                              <p:par>
                                <p:cTn id="24" presetID="31"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1250" fill="hold"/>
                                        <p:tgtEl>
                                          <p:spTgt spid="11"/>
                                        </p:tgtEl>
                                        <p:attrNameLst>
                                          <p:attrName>ppt_w</p:attrName>
                                        </p:attrNameLst>
                                      </p:cBhvr>
                                      <p:tavLst>
                                        <p:tav tm="0">
                                          <p:val>
                                            <p:fltVal val="0"/>
                                          </p:val>
                                        </p:tav>
                                        <p:tav tm="100000">
                                          <p:val>
                                            <p:strVal val="#ppt_w"/>
                                          </p:val>
                                        </p:tav>
                                      </p:tavLst>
                                    </p:anim>
                                    <p:anim calcmode="lin" valueType="num">
                                      <p:cBhvr>
                                        <p:cTn id="27" dur="1250" fill="hold"/>
                                        <p:tgtEl>
                                          <p:spTgt spid="11"/>
                                        </p:tgtEl>
                                        <p:attrNameLst>
                                          <p:attrName>ppt_h</p:attrName>
                                        </p:attrNameLst>
                                      </p:cBhvr>
                                      <p:tavLst>
                                        <p:tav tm="0">
                                          <p:val>
                                            <p:fltVal val="0"/>
                                          </p:val>
                                        </p:tav>
                                        <p:tav tm="100000">
                                          <p:val>
                                            <p:strVal val="#ppt_h"/>
                                          </p:val>
                                        </p:tav>
                                      </p:tavLst>
                                    </p:anim>
                                    <p:anim calcmode="lin" valueType="num">
                                      <p:cBhvr>
                                        <p:cTn id="28" dur="1250" fill="hold"/>
                                        <p:tgtEl>
                                          <p:spTgt spid="11"/>
                                        </p:tgtEl>
                                        <p:attrNameLst>
                                          <p:attrName>style.rotation</p:attrName>
                                        </p:attrNameLst>
                                      </p:cBhvr>
                                      <p:tavLst>
                                        <p:tav tm="0">
                                          <p:val>
                                            <p:fltVal val="90"/>
                                          </p:val>
                                        </p:tav>
                                        <p:tav tm="100000">
                                          <p:val>
                                            <p:fltVal val="0"/>
                                          </p:val>
                                        </p:tav>
                                      </p:tavLst>
                                    </p:anim>
                                    <p:animEffect transition="in" filter="fade">
                                      <p:cBhvr>
                                        <p:cTn id="29"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animBg="1"/>
      <p:bldP spid="9" grpId="1" animBg="1"/>
      <p:bldP spid="11" grpId="0"/>
      <p:bldP spid="13" grpId="0"/>
      <p:bldP spid="1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30" name="矩形 157"/>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标题 1"/>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zh-CN" altLang="en-US" sz="2500" b="1" dirty="0">
                <a:solidFill>
                  <a:srgbClr val="FFFFFF"/>
                </a:solidFill>
                <a:latin typeface="微软雅黑" pitchFamily="34" charset="-122"/>
                <a:ea typeface="微软雅黑" pitchFamily="34" charset="-122"/>
                <a:cs typeface="+mn-cs"/>
              </a:rPr>
              <a:t>我的小组</a:t>
            </a:r>
          </a:p>
        </p:txBody>
      </p:sp>
      <p:sp>
        <p:nvSpPr>
          <p:cNvPr id="33" name="椭圆 32"/>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4" name="TextBox 33"/>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1</a:t>
            </a:r>
            <a:endParaRPr lang="zh-CN" altLang="en-US" sz="3600" b="1" dirty="0">
              <a:solidFill>
                <a:schemeClr val="bg1"/>
              </a:solidFill>
              <a:latin typeface="微软雅黑" pitchFamily="34" charset="-122"/>
              <a:ea typeface="微软雅黑" pitchFamily="34" charset="-122"/>
            </a:endParaRPr>
          </a:p>
        </p:txBody>
      </p:sp>
      <p:pic>
        <p:nvPicPr>
          <p:cNvPr id="4104" name="Picture 8">
            <a:extLst>
              <a:ext uri="{FF2B5EF4-FFF2-40B4-BE49-F238E27FC236}">
                <a16:creationId xmlns:a16="http://schemas.microsoft.com/office/drawing/2014/main" id="{2C3B2FB3-A863-5680-A33F-4CBF62E78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529" y="2360753"/>
            <a:ext cx="5448512" cy="306440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01A56559-BE92-01E2-05E1-65B87D63D172}"/>
              </a:ext>
            </a:extLst>
          </p:cNvPr>
          <p:cNvSpPr txBox="1"/>
          <p:nvPr/>
        </p:nvSpPr>
        <p:spPr>
          <a:xfrm>
            <a:off x="6566693" y="2252504"/>
            <a:ext cx="6154340" cy="369332"/>
          </a:xfrm>
          <a:prstGeom prst="rect">
            <a:avLst/>
          </a:prstGeom>
          <a:noFill/>
        </p:spPr>
        <p:txBody>
          <a:bodyPr wrap="square">
            <a:spAutoFit/>
          </a:bodyPr>
          <a:lstStyle/>
          <a:p>
            <a:r>
              <a:rPr lang="zh-CN" altLang="en-US" dirty="0"/>
              <a:t>本小组只有我，乔利锋一人</a:t>
            </a:r>
          </a:p>
        </p:txBody>
      </p:sp>
    </p:spTree>
    <p:extLst>
      <p:ext uri="{BB962C8B-B14F-4D97-AF65-F5344CB8AC3E}">
        <p14:creationId xmlns:p14="http://schemas.microsoft.com/office/powerpoint/2010/main" val="149827877"/>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 calcmode="lin" valueType="num">
                                      <p:cBhvr>
                                        <p:cTn id="10" dur="300" fill="hold"/>
                                        <p:tgtEl>
                                          <p:spTgt spid="33"/>
                                        </p:tgtEl>
                                        <p:attrNameLst>
                                          <p:attrName>ppt_w</p:attrName>
                                        </p:attrNameLst>
                                      </p:cBhvr>
                                      <p:tavLst>
                                        <p:tav tm="0">
                                          <p:val>
                                            <p:fltVal val="0"/>
                                          </p:val>
                                        </p:tav>
                                        <p:tav tm="100000">
                                          <p:val>
                                            <p:strVal val="#ppt_w"/>
                                          </p:val>
                                        </p:tav>
                                      </p:tavLst>
                                    </p:anim>
                                    <p:anim calcmode="lin" valueType="num">
                                      <p:cBhvr>
                                        <p:cTn id="11" dur="300" fill="hold"/>
                                        <p:tgtEl>
                                          <p:spTgt spid="33"/>
                                        </p:tgtEl>
                                        <p:attrNameLst>
                                          <p:attrName>ppt_h</p:attrName>
                                        </p:attrNameLst>
                                      </p:cBhvr>
                                      <p:tavLst>
                                        <p:tav tm="0">
                                          <p:val>
                                            <p:fltVal val="0"/>
                                          </p:val>
                                        </p:tav>
                                        <p:tav tm="100000">
                                          <p:val>
                                            <p:strVal val="#ppt_h"/>
                                          </p:val>
                                        </p:tav>
                                      </p:tavLst>
                                    </p:anim>
                                    <p:animEffect transition="in" filter="fade">
                                      <p:cBhvr>
                                        <p:cTn id="12" dur="300"/>
                                        <p:tgtEl>
                                          <p:spTgt spid="33"/>
                                        </p:tgtEl>
                                      </p:cBhvr>
                                    </p:animEffect>
                                  </p:childTnLst>
                                </p:cTn>
                              </p:par>
                              <p:par>
                                <p:cTn id="13" presetID="6" presetClass="emph" presetSubtype="0" autoRev="1" fill="hold" grpId="1" nodeType="withEffect">
                                  <p:stCondLst>
                                    <p:cond delay="300"/>
                                  </p:stCondLst>
                                  <p:childTnLst>
                                    <p:animScale>
                                      <p:cBhvr>
                                        <p:cTn id="14" dur="150" fill="hold"/>
                                        <p:tgtEl>
                                          <p:spTgt spid="33"/>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34"/>
                                        </p:tgtEl>
                                        <p:attrNameLst>
                                          <p:attrName>style.visibility</p:attrName>
                                        </p:attrNameLst>
                                      </p:cBhvr>
                                      <p:to>
                                        <p:strVal val="visible"/>
                                      </p:to>
                                    </p:set>
                                    <p:anim calcmode="lin" valueType="num">
                                      <p:cBhvr>
                                        <p:cTn id="17" dur="300" fill="hold"/>
                                        <p:tgtEl>
                                          <p:spTgt spid="34"/>
                                        </p:tgtEl>
                                        <p:attrNameLst>
                                          <p:attrName>ppt_w</p:attrName>
                                        </p:attrNameLst>
                                      </p:cBhvr>
                                      <p:tavLst>
                                        <p:tav tm="0">
                                          <p:val>
                                            <p:fltVal val="0"/>
                                          </p:val>
                                        </p:tav>
                                        <p:tav tm="100000">
                                          <p:val>
                                            <p:strVal val="#ppt_w"/>
                                          </p:val>
                                        </p:tav>
                                      </p:tavLst>
                                    </p:anim>
                                    <p:anim calcmode="lin" valueType="num">
                                      <p:cBhvr>
                                        <p:cTn id="18" dur="300" fill="hold"/>
                                        <p:tgtEl>
                                          <p:spTgt spid="34"/>
                                        </p:tgtEl>
                                        <p:attrNameLst>
                                          <p:attrName>ppt_h</p:attrName>
                                        </p:attrNameLst>
                                      </p:cBhvr>
                                      <p:tavLst>
                                        <p:tav tm="0">
                                          <p:val>
                                            <p:fltVal val="0"/>
                                          </p:val>
                                        </p:tav>
                                        <p:tav tm="100000">
                                          <p:val>
                                            <p:strVal val="#ppt_h"/>
                                          </p:val>
                                        </p:tav>
                                      </p:tavLst>
                                    </p:anim>
                                    <p:animEffect transition="in" filter="fade">
                                      <p:cBhvr>
                                        <p:cTn id="19" dur="300"/>
                                        <p:tgtEl>
                                          <p:spTgt spid="34"/>
                                        </p:tgtEl>
                                      </p:cBhvr>
                                    </p:animEffect>
                                  </p:childTnLst>
                                </p:cTn>
                              </p:par>
                              <p:par>
                                <p:cTn id="20" presetID="6" presetClass="emph" presetSubtype="0" autoRev="1" fill="hold" grpId="1" nodeType="withEffect">
                                  <p:stCondLst>
                                    <p:cond delay="250"/>
                                  </p:stCondLst>
                                  <p:childTnLst>
                                    <p:animScale>
                                      <p:cBhvr>
                                        <p:cTn id="21" dur="300" fill="hold"/>
                                        <p:tgtEl>
                                          <p:spTgt spid="34"/>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animBg="1"/>
      <p:bldP spid="33" grpId="1" animBg="1"/>
      <p:bldP spid="34" grpId="0"/>
      <p:bldP spid="34"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57929-4C86-7817-5A61-013B85643B68}"/>
            </a:ext>
          </a:extLst>
        </p:cNvPr>
        <p:cNvGrpSpPr/>
        <p:nvPr/>
      </p:nvGrpSpPr>
      <p:grpSpPr>
        <a:xfrm>
          <a:off x="0" y="0"/>
          <a:ext cx="0" cy="0"/>
          <a:chOff x="0" y="0"/>
          <a:chExt cx="0" cy="0"/>
        </a:xfrm>
      </p:grpSpPr>
      <p:grpSp>
        <p:nvGrpSpPr>
          <p:cNvPr id="29" name="组合 28">
            <a:extLst>
              <a:ext uri="{FF2B5EF4-FFF2-40B4-BE49-F238E27FC236}">
                <a16:creationId xmlns:a16="http://schemas.microsoft.com/office/drawing/2014/main" id="{D6ACE8F7-8F04-7423-5048-6CD7E7C53595}"/>
              </a:ext>
            </a:extLst>
          </p:cNvPr>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30" name="矩形 157">
              <a:extLst>
                <a:ext uri="{FF2B5EF4-FFF2-40B4-BE49-F238E27FC236}">
                  <a16:creationId xmlns:a16="http://schemas.microsoft.com/office/drawing/2014/main" id="{CC3B1727-48C8-5AD9-B94E-7AF1CAEE2331}"/>
                </a:ext>
              </a:extLst>
            </p:cNvPr>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a:extLst>
                <a:ext uri="{FF2B5EF4-FFF2-40B4-BE49-F238E27FC236}">
                  <a16:creationId xmlns:a16="http://schemas.microsoft.com/office/drawing/2014/main" id="{CD2468DB-AEC7-1B22-FF7A-4014B4863ACC}"/>
                </a:ext>
              </a:extLst>
            </p:cNvPr>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标题 1">
            <a:extLst>
              <a:ext uri="{FF2B5EF4-FFF2-40B4-BE49-F238E27FC236}">
                <a16:creationId xmlns:a16="http://schemas.microsoft.com/office/drawing/2014/main" id="{36A195E5-CB74-DAA7-E22E-99E735DE7937}"/>
              </a:ext>
            </a:extLst>
          </p:cNvPr>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zh-CN" altLang="en-US" sz="2500" b="1" dirty="0">
                <a:solidFill>
                  <a:srgbClr val="FFFFFF"/>
                </a:solidFill>
                <a:latin typeface="微软雅黑" pitchFamily="34" charset="-122"/>
                <a:ea typeface="微软雅黑" pitchFamily="34" charset="-122"/>
                <a:cs typeface="+mn-cs"/>
              </a:rPr>
              <a:t>图像处理</a:t>
            </a:r>
          </a:p>
        </p:txBody>
      </p:sp>
      <p:sp>
        <p:nvSpPr>
          <p:cNvPr id="33" name="椭圆 32">
            <a:extLst>
              <a:ext uri="{FF2B5EF4-FFF2-40B4-BE49-F238E27FC236}">
                <a16:creationId xmlns:a16="http://schemas.microsoft.com/office/drawing/2014/main" id="{143A2C2C-248B-1338-C9BB-9E8654DEF9EA}"/>
              </a:ext>
            </a:extLst>
          </p:cNvPr>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4" name="TextBox 33">
            <a:extLst>
              <a:ext uri="{FF2B5EF4-FFF2-40B4-BE49-F238E27FC236}">
                <a16:creationId xmlns:a16="http://schemas.microsoft.com/office/drawing/2014/main" id="{4BB3AECE-C8BA-4D18-AAE4-BD87AD0DF83E}"/>
              </a:ext>
            </a:extLst>
          </p:cNvPr>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2</a:t>
            </a:r>
            <a:endParaRPr lang="zh-CN" altLang="en-US" sz="3600" b="1" dirty="0">
              <a:solidFill>
                <a:schemeClr val="bg1"/>
              </a:solidFill>
              <a:latin typeface="微软雅黑" pitchFamily="34" charset="-122"/>
              <a:ea typeface="微软雅黑" pitchFamily="34" charset="-122"/>
            </a:endParaRPr>
          </a:p>
        </p:txBody>
      </p:sp>
      <p:pic>
        <p:nvPicPr>
          <p:cNvPr id="4104" name="Picture 8">
            <a:extLst>
              <a:ext uri="{FF2B5EF4-FFF2-40B4-BE49-F238E27FC236}">
                <a16:creationId xmlns:a16="http://schemas.microsoft.com/office/drawing/2014/main" id="{C26470B9-05CC-F3CA-6373-8C43F3EA9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529" y="2360753"/>
            <a:ext cx="5448512" cy="306440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501F219F-C6C7-6FEF-6C75-28C506A1C39B}"/>
              </a:ext>
            </a:extLst>
          </p:cNvPr>
          <p:cNvSpPr txBox="1"/>
          <p:nvPr/>
        </p:nvSpPr>
        <p:spPr>
          <a:xfrm>
            <a:off x="6566693" y="2252504"/>
            <a:ext cx="5448512" cy="923330"/>
          </a:xfrm>
          <a:prstGeom prst="rect">
            <a:avLst/>
          </a:prstGeom>
          <a:noFill/>
        </p:spPr>
        <p:txBody>
          <a:bodyPr wrap="square">
            <a:spAutoFit/>
          </a:bodyPr>
          <a:lstStyle/>
          <a:p>
            <a:r>
              <a:rPr lang="zh-CN" altLang="en-US" dirty="0"/>
              <a:t>随后就是对数据集的处理，我将对图像进行图像增强处理，加强图片的辨识度，便于模型识别特征</a:t>
            </a:r>
            <a:endParaRPr lang="en-US" altLang="zh-CN" dirty="0"/>
          </a:p>
          <a:p>
            <a:endParaRPr lang="zh-CN" altLang="en-US" dirty="0"/>
          </a:p>
        </p:txBody>
      </p:sp>
    </p:spTree>
    <p:extLst>
      <p:ext uri="{BB962C8B-B14F-4D97-AF65-F5344CB8AC3E}">
        <p14:creationId xmlns:p14="http://schemas.microsoft.com/office/powerpoint/2010/main" val="3452919790"/>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 calcmode="lin" valueType="num">
                                      <p:cBhvr>
                                        <p:cTn id="10" dur="300" fill="hold"/>
                                        <p:tgtEl>
                                          <p:spTgt spid="33"/>
                                        </p:tgtEl>
                                        <p:attrNameLst>
                                          <p:attrName>ppt_w</p:attrName>
                                        </p:attrNameLst>
                                      </p:cBhvr>
                                      <p:tavLst>
                                        <p:tav tm="0">
                                          <p:val>
                                            <p:fltVal val="0"/>
                                          </p:val>
                                        </p:tav>
                                        <p:tav tm="100000">
                                          <p:val>
                                            <p:strVal val="#ppt_w"/>
                                          </p:val>
                                        </p:tav>
                                      </p:tavLst>
                                    </p:anim>
                                    <p:anim calcmode="lin" valueType="num">
                                      <p:cBhvr>
                                        <p:cTn id="11" dur="300" fill="hold"/>
                                        <p:tgtEl>
                                          <p:spTgt spid="33"/>
                                        </p:tgtEl>
                                        <p:attrNameLst>
                                          <p:attrName>ppt_h</p:attrName>
                                        </p:attrNameLst>
                                      </p:cBhvr>
                                      <p:tavLst>
                                        <p:tav tm="0">
                                          <p:val>
                                            <p:fltVal val="0"/>
                                          </p:val>
                                        </p:tav>
                                        <p:tav tm="100000">
                                          <p:val>
                                            <p:strVal val="#ppt_h"/>
                                          </p:val>
                                        </p:tav>
                                      </p:tavLst>
                                    </p:anim>
                                    <p:animEffect transition="in" filter="fade">
                                      <p:cBhvr>
                                        <p:cTn id="12" dur="300"/>
                                        <p:tgtEl>
                                          <p:spTgt spid="33"/>
                                        </p:tgtEl>
                                      </p:cBhvr>
                                    </p:animEffect>
                                  </p:childTnLst>
                                </p:cTn>
                              </p:par>
                              <p:par>
                                <p:cTn id="13" presetID="6" presetClass="emph" presetSubtype="0" autoRev="1" fill="hold" grpId="1" nodeType="withEffect">
                                  <p:stCondLst>
                                    <p:cond delay="300"/>
                                  </p:stCondLst>
                                  <p:childTnLst>
                                    <p:animScale>
                                      <p:cBhvr>
                                        <p:cTn id="14" dur="150" fill="hold"/>
                                        <p:tgtEl>
                                          <p:spTgt spid="33"/>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34"/>
                                        </p:tgtEl>
                                        <p:attrNameLst>
                                          <p:attrName>style.visibility</p:attrName>
                                        </p:attrNameLst>
                                      </p:cBhvr>
                                      <p:to>
                                        <p:strVal val="visible"/>
                                      </p:to>
                                    </p:set>
                                    <p:anim calcmode="lin" valueType="num">
                                      <p:cBhvr>
                                        <p:cTn id="17" dur="300" fill="hold"/>
                                        <p:tgtEl>
                                          <p:spTgt spid="34"/>
                                        </p:tgtEl>
                                        <p:attrNameLst>
                                          <p:attrName>ppt_w</p:attrName>
                                        </p:attrNameLst>
                                      </p:cBhvr>
                                      <p:tavLst>
                                        <p:tav tm="0">
                                          <p:val>
                                            <p:fltVal val="0"/>
                                          </p:val>
                                        </p:tav>
                                        <p:tav tm="100000">
                                          <p:val>
                                            <p:strVal val="#ppt_w"/>
                                          </p:val>
                                        </p:tav>
                                      </p:tavLst>
                                    </p:anim>
                                    <p:anim calcmode="lin" valueType="num">
                                      <p:cBhvr>
                                        <p:cTn id="18" dur="300" fill="hold"/>
                                        <p:tgtEl>
                                          <p:spTgt spid="34"/>
                                        </p:tgtEl>
                                        <p:attrNameLst>
                                          <p:attrName>ppt_h</p:attrName>
                                        </p:attrNameLst>
                                      </p:cBhvr>
                                      <p:tavLst>
                                        <p:tav tm="0">
                                          <p:val>
                                            <p:fltVal val="0"/>
                                          </p:val>
                                        </p:tav>
                                        <p:tav tm="100000">
                                          <p:val>
                                            <p:strVal val="#ppt_h"/>
                                          </p:val>
                                        </p:tav>
                                      </p:tavLst>
                                    </p:anim>
                                    <p:animEffect transition="in" filter="fade">
                                      <p:cBhvr>
                                        <p:cTn id="19" dur="300"/>
                                        <p:tgtEl>
                                          <p:spTgt spid="34"/>
                                        </p:tgtEl>
                                      </p:cBhvr>
                                    </p:animEffect>
                                  </p:childTnLst>
                                </p:cTn>
                              </p:par>
                              <p:par>
                                <p:cTn id="20" presetID="6" presetClass="emph" presetSubtype="0" autoRev="1" fill="hold" grpId="1" nodeType="withEffect">
                                  <p:stCondLst>
                                    <p:cond delay="250"/>
                                  </p:stCondLst>
                                  <p:childTnLst>
                                    <p:animScale>
                                      <p:cBhvr>
                                        <p:cTn id="21" dur="300" fill="hold"/>
                                        <p:tgtEl>
                                          <p:spTgt spid="34"/>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animBg="1"/>
      <p:bldP spid="33" grpId="1" animBg="1"/>
      <p:bldP spid="34" grpId="0"/>
      <p:bldP spid="34"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B407-73BC-2EE5-5BE3-73A7C3DBD4A4}"/>
            </a:ext>
          </a:extLst>
        </p:cNvPr>
        <p:cNvGrpSpPr/>
        <p:nvPr/>
      </p:nvGrpSpPr>
      <p:grpSpPr>
        <a:xfrm>
          <a:off x="0" y="0"/>
          <a:ext cx="0" cy="0"/>
          <a:chOff x="0" y="0"/>
          <a:chExt cx="0" cy="0"/>
        </a:xfrm>
      </p:grpSpPr>
      <p:grpSp>
        <p:nvGrpSpPr>
          <p:cNvPr id="29" name="组合 28">
            <a:extLst>
              <a:ext uri="{FF2B5EF4-FFF2-40B4-BE49-F238E27FC236}">
                <a16:creationId xmlns:a16="http://schemas.microsoft.com/office/drawing/2014/main" id="{7607149F-D0A8-F009-8B9F-8861CAFB8CBF}"/>
              </a:ext>
            </a:extLst>
          </p:cNvPr>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30" name="矩形 157">
              <a:extLst>
                <a:ext uri="{FF2B5EF4-FFF2-40B4-BE49-F238E27FC236}">
                  <a16:creationId xmlns:a16="http://schemas.microsoft.com/office/drawing/2014/main" id="{978A4FAD-770D-0DBF-6E21-0F9C727B495C}"/>
                </a:ext>
              </a:extLst>
            </p:cNvPr>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a:extLst>
                <a:ext uri="{FF2B5EF4-FFF2-40B4-BE49-F238E27FC236}">
                  <a16:creationId xmlns:a16="http://schemas.microsoft.com/office/drawing/2014/main" id="{313C4B77-6094-ABBF-B546-569982E53CE5}"/>
                </a:ext>
              </a:extLst>
            </p:cNvPr>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标题 1">
            <a:extLst>
              <a:ext uri="{FF2B5EF4-FFF2-40B4-BE49-F238E27FC236}">
                <a16:creationId xmlns:a16="http://schemas.microsoft.com/office/drawing/2014/main" id="{F43AD157-A8DB-3D16-FCC8-69D264DAC417}"/>
              </a:ext>
            </a:extLst>
          </p:cNvPr>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zh-CN" altLang="en-US" sz="2500" b="1" dirty="0">
                <a:solidFill>
                  <a:srgbClr val="FFFFFF"/>
                </a:solidFill>
                <a:latin typeface="微软雅黑" pitchFamily="34" charset="-122"/>
                <a:ea typeface="微软雅黑" pitchFamily="34" charset="-122"/>
                <a:cs typeface="+mn-cs"/>
              </a:rPr>
              <a:t>模型训练</a:t>
            </a:r>
          </a:p>
        </p:txBody>
      </p:sp>
      <p:sp>
        <p:nvSpPr>
          <p:cNvPr id="33" name="椭圆 32">
            <a:extLst>
              <a:ext uri="{FF2B5EF4-FFF2-40B4-BE49-F238E27FC236}">
                <a16:creationId xmlns:a16="http://schemas.microsoft.com/office/drawing/2014/main" id="{75460738-8853-E7A5-4740-B63760AF3898}"/>
              </a:ext>
            </a:extLst>
          </p:cNvPr>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4" name="TextBox 33">
            <a:extLst>
              <a:ext uri="{FF2B5EF4-FFF2-40B4-BE49-F238E27FC236}">
                <a16:creationId xmlns:a16="http://schemas.microsoft.com/office/drawing/2014/main" id="{7CD72158-83E9-7A16-0E9A-453939678B52}"/>
              </a:ext>
            </a:extLst>
          </p:cNvPr>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3</a:t>
            </a:r>
            <a:endParaRPr lang="zh-CN" altLang="en-US" sz="3600" b="1" dirty="0">
              <a:solidFill>
                <a:schemeClr val="bg1"/>
              </a:solidFill>
              <a:latin typeface="微软雅黑" pitchFamily="34" charset="-122"/>
              <a:ea typeface="微软雅黑" pitchFamily="34" charset="-122"/>
            </a:endParaRPr>
          </a:p>
        </p:txBody>
      </p:sp>
      <p:pic>
        <p:nvPicPr>
          <p:cNvPr id="4104" name="Picture 8">
            <a:extLst>
              <a:ext uri="{FF2B5EF4-FFF2-40B4-BE49-F238E27FC236}">
                <a16:creationId xmlns:a16="http://schemas.microsoft.com/office/drawing/2014/main" id="{ABEA85A1-59EE-9F2F-FEF5-F226E62FA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529" y="2360753"/>
            <a:ext cx="5448512" cy="306440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D7B534B2-7014-84BD-1B22-246B146E505E}"/>
              </a:ext>
            </a:extLst>
          </p:cNvPr>
          <p:cNvSpPr txBox="1"/>
          <p:nvPr/>
        </p:nvSpPr>
        <p:spPr>
          <a:xfrm>
            <a:off x="6566693" y="2252504"/>
            <a:ext cx="5448512" cy="1200329"/>
          </a:xfrm>
          <a:prstGeom prst="rect">
            <a:avLst/>
          </a:prstGeom>
          <a:noFill/>
        </p:spPr>
        <p:txBody>
          <a:bodyPr wrap="square">
            <a:spAutoFit/>
          </a:bodyPr>
          <a:lstStyle/>
          <a:p>
            <a:r>
              <a:rPr lang="zh-CN" altLang="en-US" dirty="0"/>
              <a:t>对于</a:t>
            </a:r>
            <a:r>
              <a:rPr lang="en-US" altLang="zh-CN" dirty="0"/>
              <a:t>YOLO</a:t>
            </a:r>
            <a:r>
              <a:rPr lang="zh-CN" altLang="en-US" dirty="0"/>
              <a:t>模型，我将初步学习它的基本架构与训练使用方式，此外由于视觉模型是在庞大，我将使用</a:t>
            </a:r>
            <a:r>
              <a:rPr lang="en-US" altLang="zh-CN" dirty="0" err="1"/>
              <a:t>kaggle</a:t>
            </a:r>
            <a:r>
              <a:rPr lang="zh-CN" altLang="en-US" dirty="0"/>
              <a:t>的线上免费</a:t>
            </a:r>
            <a:r>
              <a:rPr lang="en-US" altLang="zh-CN" dirty="0"/>
              <a:t>GPU</a:t>
            </a:r>
            <a:r>
              <a:rPr lang="zh-CN" altLang="en-US" dirty="0"/>
              <a:t>资源进行模型的训练，获取到训练完毕的参数后即可在本地载入后直接运行</a:t>
            </a:r>
          </a:p>
        </p:txBody>
      </p:sp>
    </p:spTree>
    <p:extLst>
      <p:ext uri="{BB962C8B-B14F-4D97-AF65-F5344CB8AC3E}">
        <p14:creationId xmlns:p14="http://schemas.microsoft.com/office/powerpoint/2010/main" val="3581891548"/>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 calcmode="lin" valueType="num">
                                      <p:cBhvr>
                                        <p:cTn id="10" dur="300" fill="hold"/>
                                        <p:tgtEl>
                                          <p:spTgt spid="33"/>
                                        </p:tgtEl>
                                        <p:attrNameLst>
                                          <p:attrName>ppt_w</p:attrName>
                                        </p:attrNameLst>
                                      </p:cBhvr>
                                      <p:tavLst>
                                        <p:tav tm="0">
                                          <p:val>
                                            <p:fltVal val="0"/>
                                          </p:val>
                                        </p:tav>
                                        <p:tav tm="100000">
                                          <p:val>
                                            <p:strVal val="#ppt_w"/>
                                          </p:val>
                                        </p:tav>
                                      </p:tavLst>
                                    </p:anim>
                                    <p:anim calcmode="lin" valueType="num">
                                      <p:cBhvr>
                                        <p:cTn id="11" dur="300" fill="hold"/>
                                        <p:tgtEl>
                                          <p:spTgt spid="33"/>
                                        </p:tgtEl>
                                        <p:attrNameLst>
                                          <p:attrName>ppt_h</p:attrName>
                                        </p:attrNameLst>
                                      </p:cBhvr>
                                      <p:tavLst>
                                        <p:tav tm="0">
                                          <p:val>
                                            <p:fltVal val="0"/>
                                          </p:val>
                                        </p:tav>
                                        <p:tav tm="100000">
                                          <p:val>
                                            <p:strVal val="#ppt_h"/>
                                          </p:val>
                                        </p:tav>
                                      </p:tavLst>
                                    </p:anim>
                                    <p:animEffect transition="in" filter="fade">
                                      <p:cBhvr>
                                        <p:cTn id="12" dur="300"/>
                                        <p:tgtEl>
                                          <p:spTgt spid="33"/>
                                        </p:tgtEl>
                                      </p:cBhvr>
                                    </p:animEffect>
                                  </p:childTnLst>
                                </p:cTn>
                              </p:par>
                              <p:par>
                                <p:cTn id="13" presetID="6" presetClass="emph" presetSubtype="0" autoRev="1" fill="hold" grpId="1" nodeType="withEffect">
                                  <p:stCondLst>
                                    <p:cond delay="300"/>
                                  </p:stCondLst>
                                  <p:childTnLst>
                                    <p:animScale>
                                      <p:cBhvr>
                                        <p:cTn id="14" dur="150" fill="hold"/>
                                        <p:tgtEl>
                                          <p:spTgt spid="33"/>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34"/>
                                        </p:tgtEl>
                                        <p:attrNameLst>
                                          <p:attrName>style.visibility</p:attrName>
                                        </p:attrNameLst>
                                      </p:cBhvr>
                                      <p:to>
                                        <p:strVal val="visible"/>
                                      </p:to>
                                    </p:set>
                                    <p:anim calcmode="lin" valueType="num">
                                      <p:cBhvr>
                                        <p:cTn id="17" dur="300" fill="hold"/>
                                        <p:tgtEl>
                                          <p:spTgt spid="34"/>
                                        </p:tgtEl>
                                        <p:attrNameLst>
                                          <p:attrName>ppt_w</p:attrName>
                                        </p:attrNameLst>
                                      </p:cBhvr>
                                      <p:tavLst>
                                        <p:tav tm="0">
                                          <p:val>
                                            <p:fltVal val="0"/>
                                          </p:val>
                                        </p:tav>
                                        <p:tav tm="100000">
                                          <p:val>
                                            <p:strVal val="#ppt_w"/>
                                          </p:val>
                                        </p:tav>
                                      </p:tavLst>
                                    </p:anim>
                                    <p:anim calcmode="lin" valueType="num">
                                      <p:cBhvr>
                                        <p:cTn id="18" dur="300" fill="hold"/>
                                        <p:tgtEl>
                                          <p:spTgt spid="34"/>
                                        </p:tgtEl>
                                        <p:attrNameLst>
                                          <p:attrName>ppt_h</p:attrName>
                                        </p:attrNameLst>
                                      </p:cBhvr>
                                      <p:tavLst>
                                        <p:tav tm="0">
                                          <p:val>
                                            <p:fltVal val="0"/>
                                          </p:val>
                                        </p:tav>
                                        <p:tav tm="100000">
                                          <p:val>
                                            <p:strVal val="#ppt_h"/>
                                          </p:val>
                                        </p:tav>
                                      </p:tavLst>
                                    </p:anim>
                                    <p:animEffect transition="in" filter="fade">
                                      <p:cBhvr>
                                        <p:cTn id="19" dur="300"/>
                                        <p:tgtEl>
                                          <p:spTgt spid="34"/>
                                        </p:tgtEl>
                                      </p:cBhvr>
                                    </p:animEffect>
                                  </p:childTnLst>
                                </p:cTn>
                              </p:par>
                              <p:par>
                                <p:cTn id="20" presetID="6" presetClass="emph" presetSubtype="0" autoRev="1" fill="hold" grpId="1" nodeType="withEffect">
                                  <p:stCondLst>
                                    <p:cond delay="250"/>
                                  </p:stCondLst>
                                  <p:childTnLst>
                                    <p:animScale>
                                      <p:cBhvr>
                                        <p:cTn id="21" dur="300" fill="hold"/>
                                        <p:tgtEl>
                                          <p:spTgt spid="34"/>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animBg="1"/>
      <p:bldP spid="33" grpId="1" animBg="1"/>
      <p:bldP spid="34" grpId="0"/>
      <p:bldP spid="3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D1C6-1AFF-82C6-C944-8771D5874BE4}"/>
            </a:ext>
          </a:extLst>
        </p:cNvPr>
        <p:cNvGrpSpPr/>
        <p:nvPr/>
      </p:nvGrpSpPr>
      <p:grpSpPr>
        <a:xfrm>
          <a:off x="0" y="0"/>
          <a:ext cx="0" cy="0"/>
          <a:chOff x="0" y="0"/>
          <a:chExt cx="0" cy="0"/>
        </a:xfrm>
      </p:grpSpPr>
      <p:grpSp>
        <p:nvGrpSpPr>
          <p:cNvPr id="29" name="组合 28">
            <a:extLst>
              <a:ext uri="{FF2B5EF4-FFF2-40B4-BE49-F238E27FC236}">
                <a16:creationId xmlns:a16="http://schemas.microsoft.com/office/drawing/2014/main" id="{E26FC129-E031-0043-B232-333947D87EC8}"/>
              </a:ext>
            </a:extLst>
          </p:cNvPr>
          <p:cNvGrpSpPr/>
          <p:nvPr/>
        </p:nvGrpSpPr>
        <p:grpSpPr>
          <a:xfrm>
            <a:off x="543" y="396093"/>
            <a:ext cx="4065167" cy="699015"/>
            <a:chOff x="543" y="396093"/>
            <a:chExt cx="4065167" cy="699015"/>
          </a:xfrm>
          <a:gradFill>
            <a:gsLst>
              <a:gs pos="90000">
                <a:srgbClr val="108692"/>
              </a:gs>
              <a:gs pos="30000">
                <a:srgbClr val="16B2C1"/>
              </a:gs>
            </a:gsLst>
            <a:lin ang="2700000" scaled="1"/>
          </a:gradFill>
        </p:grpSpPr>
        <p:sp>
          <p:nvSpPr>
            <p:cNvPr id="30" name="矩形 157">
              <a:extLst>
                <a:ext uri="{FF2B5EF4-FFF2-40B4-BE49-F238E27FC236}">
                  <a16:creationId xmlns:a16="http://schemas.microsoft.com/office/drawing/2014/main" id="{A6122DF9-F86B-5C01-C2A8-B126B2E6CB4F}"/>
                </a:ext>
              </a:extLst>
            </p:cNvPr>
            <p:cNvSpPr/>
            <p:nvPr/>
          </p:nvSpPr>
          <p:spPr>
            <a:xfrm>
              <a:off x="543" y="473171"/>
              <a:ext cx="3557021" cy="544859"/>
            </a:xfrm>
            <a:custGeom>
              <a:avLst/>
              <a:gdLst/>
              <a:ahLst/>
              <a:cxnLst/>
              <a:rect l="l" t="t" r="r" b="b"/>
              <a:pathLst>
                <a:path w="3557021" h="544859">
                  <a:moveTo>
                    <a:pt x="856047" y="0"/>
                  </a:moveTo>
                  <a:lnTo>
                    <a:pt x="3557021" y="0"/>
                  </a:lnTo>
                  <a:lnTo>
                    <a:pt x="3557021" y="544859"/>
                  </a:lnTo>
                  <a:lnTo>
                    <a:pt x="868779" y="544859"/>
                  </a:lnTo>
                  <a:cubicBezTo>
                    <a:pt x="939787" y="477952"/>
                    <a:pt x="983711" y="382946"/>
                    <a:pt x="983711" y="277682"/>
                  </a:cubicBezTo>
                  <a:cubicBezTo>
                    <a:pt x="983711" y="166471"/>
                    <a:pt x="934684" y="66711"/>
                    <a:pt x="856047" y="0"/>
                  </a:cubicBezTo>
                  <a:close/>
                  <a:moveTo>
                    <a:pt x="0" y="0"/>
                  </a:moveTo>
                  <a:lnTo>
                    <a:pt x="370799" y="0"/>
                  </a:lnTo>
                  <a:cubicBezTo>
                    <a:pt x="292162" y="66711"/>
                    <a:pt x="243135" y="166471"/>
                    <a:pt x="243135" y="277682"/>
                  </a:cubicBezTo>
                  <a:cubicBezTo>
                    <a:pt x="243135" y="382946"/>
                    <a:pt x="287059" y="477952"/>
                    <a:pt x="358067" y="544859"/>
                  </a:cubicBezTo>
                  <a:lnTo>
                    <a:pt x="0" y="54485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等腰三角形 30">
              <a:extLst>
                <a:ext uri="{FF2B5EF4-FFF2-40B4-BE49-F238E27FC236}">
                  <a16:creationId xmlns:a16="http://schemas.microsoft.com/office/drawing/2014/main" id="{DA88AC75-D319-A9F3-0FDE-767C32C32B93}"/>
                </a:ext>
              </a:extLst>
            </p:cNvPr>
            <p:cNvSpPr/>
            <p:nvPr/>
          </p:nvSpPr>
          <p:spPr>
            <a:xfrm rot="5400000">
              <a:off x="3460182" y="489581"/>
              <a:ext cx="699015" cy="51204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标题 1">
            <a:extLst>
              <a:ext uri="{FF2B5EF4-FFF2-40B4-BE49-F238E27FC236}">
                <a16:creationId xmlns:a16="http://schemas.microsoft.com/office/drawing/2014/main" id="{BEAE38F0-0D14-EE25-624F-B4054AC6A553}"/>
              </a:ext>
            </a:extLst>
          </p:cNvPr>
          <p:cNvSpPr txBox="1">
            <a:spLocks/>
          </p:cNvSpPr>
          <p:nvPr/>
        </p:nvSpPr>
        <p:spPr>
          <a:xfrm>
            <a:off x="1138528" y="477856"/>
            <a:ext cx="2581401" cy="540174"/>
          </a:xfrm>
          <a:prstGeom prst="rect">
            <a:avLst/>
          </a:prstGeom>
        </p:spPr>
        <p:txBody>
          <a:bodyPr lIns="91437" tIns="45718" rIns="91437" bIns="45718">
            <a:normAutofit/>
          </a:bodyPr>
          <a:lstStyle>
            <a:lvl1pPr algn="ctr" defTabSz="914345" rtl="0" eaLnBrk="1" latinLnBrk="0" hangingPunct="1">
              <a:spcBef>
                <a:spcPct val="0"/>
              </a:spcBef>
              <a:buNone/>
              <a:defRPr sz="4400" kern="1200">
                <a:solidFill>
                  <a:schemeClr val="tx1"/>
                </a:solidFill>
                <a:latin typeface="+mj-lt"/>
                <a:ea typeface="+mj-ea"/>
                <a:cs typeface="+mj-cs"/>
              </a:defRPr>
            </a:lvl1pPr>
          </a:lstStyle>
          <a:p>
            <a:pPr lvl="0" algn="l" defTabSz="914400">
              <a:spcBef>
                <a:spcPts val="0"/>
              </a:spcBef>
            </a:pPr>
            <a:r>
              <a:rPr lang="zh-CN" altLang="en-US" sz="2500" b="1" dirty="0">
                <a:solidFill>
                  <a:srgbClr val="FFFFFF"/>
                </a:solidFill>
                <a:latin typeface="微软雅黑" pitchFamily="34" charset="-122"/>
                <a:ea typeface="微软雅黑" pitchFamily="34" charset="-122"/>
                <a:cs typeface="+mn-cs"/>
              </a:rPr>
              <a:t>项目的部署</a:t>
            </a:r>
          </a:p>
        </p:txBody>
      </p:sp>
      <p:sp>
        <p:nvSpPr>
          <p:cNvPr id="33" name="椭圆 32">
            <a:extLst>
              <a:ext uri="{FF2B5EF4-FFF2-40B4-BE49-F238E27FC236}">
                <a16:creationId xmlns:a16="http://schemas.microsoft.com/office/drawing/2014/main" id="{B3822E39-CA61-05A4-3BC0-2D6C13F71D26}"/>
              </a:ext>
            </a:extLst>
          </p:cNvPr>
          <p:cNvSpPr/>
          <p:nvPr/>
        </p:nvSpPr>
        <p:spPr>
          <a:xfrm>
            <a:off x="116353" y="380565"/>
            <a:ext cx="740576" cy="740576"/>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762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4" name="TextBox 33">
            <a:extLst>
              <a:ext uri="{FF2B5EF4-FFF2-40B4-BE49-F238E27FC236}">
                <a16:creationId xmlns:a16="http://schemas.microsoft.com/office/drawing/2014/main" id="{C74593BB-D07E-B5CA-AC7E-114F17D4BD50}"/>
              </a:ext>
            </a:extLst>
          </p:cNvPr>
          <p:cNvSpPr txBox="1"/>
          <p:nvPr/>
        </p:nvSpPr>
        <p:spPr>
          <a:xfrm>
            <a:off x="72171" y="420482"/>
            <a:ext cx="877358" cy="646321"/>
          </a:xfrm>
          <a:prstGeom prst="rect">
            <a:avLst/>
          </a:prstGeom>
          <a:noFill/>
        </p:spPr>
        <p:txBody>
          <a:bodyPr wrap="square" lIns="91431" tIns="45715" rIns="91431" bIns="45715" rtlCol="0">
            <a:spAutoFit/>
          </a:bodyPr>
          <a:lstStyle/>
          <a:p>
            <a:pPr algn="ctr"/>
            <a:r>
              <a:rPr lang="en-US" altLang="zh-CN" sz="3600" b="1" dirty="0">
                <a:solidFill>
                  <a:schemeClr val="bg1"/>
                </a:solidFill>
                <a:latin typeface="微软雅黑" pitchFamily="34" charset="-122"/>
                <a:ea typeface="微软雅黑" pitchFamily="34" charset="-122"/>
              </a:rPr>
              <a:t>4</a:t>
            </a:r>
            <a:endParaRPr lang="zh-CN" altLang="en-US" sz="3600" b="1" dirty="0">
              <a:solidFill>
                <a:schemeClr val="bg1"/>
              </a:solidFill>
              <a:latin typeface="微软雅黑" pitchFamily="34" charset="-122"/>
              <a:ea typeface="微软雅黑" pitchFamily="34" charset="-122"/>
            </a:endParaRPr>
          </a:p>
        </p:txBody>
      </p:sp>
      <p:pic>
        <p:nvPicPr>
          <p:cNvPr id="4104" name="Picture 8">
            <a:extLst>
              <a:ext uri="{FF2B5EF4-FFF2-40B4-BE49-F238E27FC236}">
                <a16:creationId xmlns:a16="http://schemas.microsoft.com/office/drawing/2014/main" id="{F1C27E7F-071E-A931-2B26-4D2B446FC5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529" y="2360753"/>
            <a:ext cx="5448512" cy="306440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C695A8CE-BB81-7763-332D-59DE6670F97E}"/>
              </a:ext>
            </a:extLst>
          </p:cNvPr>
          <p:cNvSpPr txBox="1"/>
          <p:nvPr/>
        </p:nvSpPr>
        <p:spPr>
          <a:xfrm>
            <a:off x="6566693" y="2252504"/>
            <a:ext cx="5448512" cy="1200329"/>
          </a:xfrm>
          <a:prstGeom prst="rect">
            <a:avLst/>
          </a:prstGeom>
          <a:noFill/>
        </p:spPr>
        <p:txBody>
          <a:bodyPr wrap="square">
            <a:spAutoFit/>
          </a:bodyPr>
          <a:lstStyle/>
          <a:p>
            <a:r>
              <a:rPr lang="zh-CN" altLang="en-US" dirty="0"/>
              <a:t>此项目为了便于用户使用，我们将使用</a:t>
            </a:r>
            <a:r>
              <a:rPr lang="en-US" altLang="zh-CN" dirty="0"/>
              <a:t>WEB</a:t>
            </a:r>
            <a:r>
              <a:rPr lang="zh-CN" altLang="en-US" dirty="0"/>
              <a:t>架构将模型部署到网站中进行使用，大致上要求用</a:t>
            </a:r>
            <a:r>
              <a:rPr lang="en-US" altLang="zh-CN" dirty="0" err="1"/>
              <a:t>Vue+Flask</a:t>
            </a:r>
            <a:r>
              <a:rPr lang="zh-CN" altLang="en-US" dirty="0"/>
              <a:t>的前后端分离组合，使用一些网络上简单且常见的网站模板，实现用户界面友好的最终项目成果</a:t>
            </a:r>
          </a:p>
        </p:txBody>
      </p:sp>
    </p:spTree>
    <p:extLst>
      <p:ext uri="{BB962C8B-B14F-4D97-AF65-F5344CB8AC3E}">
        <p14:creationId xmlns:p14="http://schemas.microsoft.com/office/powerpoint/2010/main" val="1329366617"/>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 calcmode="lin" valueType="num">
                                      <p:cBhvr>
                                        <p:cTn id="10" dur="300" fill="hold"/>
                                        <p:tgtEl>
                                          <p:spTgt spid="33"/>
                                        </p:tgtEl>
                                        <p:attrNameLst>
                                          <p:attrName>ppt_w</p:attrName>
                                        </p:attrNameLst>
                                      </p:cBhvr>
                                      <p:tavLst>
                                        <p:tav tm="0">
                                          <p:val>
                                            <p:fltVal val="0"/>
                                          </p:val>
                                        </p:tav>
                                        <p:tav tm="100000">
                                          <p:val>
                                            <p:strVal val="#ppt_w"/>
                                          </p:val>
                                        </p:tav>
                                      </p:tavLst>
                                    </p:anim>
                                    <p:anim calcmode="lin" valueType="num">
                                      <p:cBhvr>
                                        <p:cTn id="11" dur="300" fill="hold"/>
                                        <p:tgtEl>
                                          <p:spTgt spid="33"/>
                                        </p:tgtEl>
                                        <p:attrNameLst>
                                          <p:attrName>ppt_h</p:attrName>
                                        </p:attrNameLst>
                                      </p:cBhvr>
                                      <p:tavLst>
                                        <p:tav tm="0">
                                          <p:val>
                                            <p:fltVal val="0"/>
                                          </p:val>
                                        </p:tav>
                                        <p:tav tm="100000">
                                          <p:val>
                                            <p:strVal val="#ppt_h"/>
                                          </p:val>
                                        </p:tav>
                                      </p:tavLst>
                                    </p:anim>
                                    <p:animEffect transition="in" filter="fade">
                                      <p:cBhvr>
                                        <p:cTn id="12" dur="300"/>
                                        <p:tgtEl>
                                          <p:spTgt spid="33"/>
                                        </p:tgtEl>
                                      </p:cBhvr>
                                    </p:animEffect>
                                  </p:childTnLst>
                                </p:cTn>
                              </p:par>
                              <p:par>
                                <p:cTn id="13" presetID="6" presetClass="emph" presetSubtype="0" autoRev="1" fill="hold" grpId="1" nodeType="withEffect">
                                  <p:stCondLst>
                                    <p:cond delay="300"/>
                                  </p:stCondLst>
                                  <p:childTnLst>
                                    <p:animScale>
                                      <p:cBhvr>
                                        <p:cTn id="14" dur="150" fill="hold"/>
                                        <p:tgtEl>
                                          <p:spTgt spid="33"/>
                                        </p:tgtEl>
                                      </p:cBhvr>
                                      <p:by x="110000" y="110000"/>
                                    </p:animScale>
                                  </p:childTnLst>
                                </p:cTn>
                              </p:par>
                              <p:par>
                                <p:cTn id="15" presetID="53" presetClass="entr" presetSubtype="16" fill="hold" grpId="0" nodeType="withEffect">
                                  <p:stCondLst>
                                    <p:cond delay="300"/>
                                  </p:stCondLst>
                                  <p:childTnLst>
                                    <p:set>
                                      <p:cBhvr>
                                        <p:cTn id="16" dur="1" fill="hold">
                                          <p:stCondLst>
                                            <p:cond delay="0"/>
                                          </p:stCondLst>
                                        </p:cTn>
                                        <p:tgtEl>
                                          <p:spTgt spid="34"/>
                                        </p:tgtEl>
                                        <p:attrNameLst>
                                          <p:attrName>style.visibility</p:attrName>
                                        </p:attrNameLst>
                                      </p:cBhvr>
                                      <p:to>
                                        <p:strVal val="visible"/>
                                      </p:to>
                                    </p:set>
                                    <p:anim calcmode="lin" valueType="num">
                                      <p:cBhvr>
                                        <p:cTn id="17" dur="300" fill="hold"/>
                                        <p:tgtEl>
                                          <p:spTgt spid="34"/>
                                        </p:tgtEl>
                                        <p:attrNameLst>
                                          <p:attrName>ppt_w</p:attrName>
                                        </p:attrNameLst>
                                      </p:cBhvr>
                                      <p:tavLst>
                                        <p:tav tm="0">
                                          <p:val>
                                            <p:fltVal val="0"/>
                                          </p:val>
                                        </p:tav>
                                        <p:tav tm="100000">
                                          <p:val>
                                            <p:strVal val="#ppt_w"/>
                                          </p:val>
                                        </p:tav>
                                      </p:tavLst>
                                    </p:anim>
                                    <p:anim calcmode="lin" valueType="num">
                                      <p:cBhvr>
                                        <p:cTn id="18" dur="300" fill="hold"/>
                                        <p:tgtEl>
                                          <p:spTgt spid="34"/>
                                        </p:tgtEl>
                                        <p:attrNameLst>
                                          <p:attrName>ppt_h</p:attrName>
                                        </p:attrNameLst>
                                      </p:cBhvr>
                                      <p:tavLst>
                                        <p:tav tm="0">
                                          <p:val>
                                            <p:fltVal val="0"/>
                                          </p:val>
                                        </p:tav>
                                        <p:tav tm="100000">
                                          <p:val>
                                            <p:strVal val="#ppt_h"/>
                                          </p:val>
                                        </p:tav>
                                      </p:tavLst>
                                    </p:anim>
                                    <p:animEffect transition="in" filter="fade">
                                      <p:cBhvr>
                                        <p:cTn id="19" dur="300"/>
                                        <p:tgtEl>
                                          <p:spTgt spid="34"/>
                                        </p:tgtEl>
                                      </p:cBhvr>
                                    </p:animEffect>
                                  </p:childTnLst>
                                </p:cTn>
                              </p:par>
                              <p:par>
                                <p:cTn id="20" presetID="6" presetClass="emph" presetSubtype="0" autoRev="1" fill="hold" grpId="1" nodeType="withEffect">
                                  <p:stCondLst>
                                    <p:cond delay="250"/>
                                  </p:stCondLst>
                                  <p:childTnLst>
                                    <p:animScale>
                                      <p:cBhvr>
                                        <p:cTn id="21" dur="300" fill="hold"/>
                                        <p:tgtEl>
                                          <p:spTgt spid="34"/>
                                        </p:tgtEl>
                                      </p:cBhvr>
                                      <p:by x="110000" y="110000"/>
                                    </p:animScale>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animBg="1"/>
      <p:bldP spid="33" grpId="1" animBg="1"/>
      <p:bldP spid="34" grpId="0"/>
      <p:bldP spid="3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椭圆 38"/>
          <p:cNvSpPr/>
          <p:nvPr/>
        </p:nvSpPr>
        <p:spPr>
          <a:xfrm>
            <a:off x="-1953301" y="5582230"/>
            <a:ext cx="4109802" cy="4109802"/>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0" name="椭圆 39"/>
          <p:cNvSpPr/>
          <p:nvPr/>
        </p:nvSpPr>
        <p:spPr>
          <a:xfrm>
            <a:off x="2843368" y="6358419"/>
            <a:ext cx="3336549" cy="3336549"/>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1" name="椭圆 40"/>
          <p:cNvSpPr/>
          <p:nvPr/>
        </p:nvSpPr>
        <p:spPr>
          <a:xfrm>
            <a:off x="1536043" y="6219076"/>
            <a:ext cx="1901316" cy="1901316"/>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2" name="椭圆 41"/>
          <p:cNvSpPr/>
          <p:nvPr/>
        </p:nvSpPr>
        <p:spPr>
          <a:xfrm>
            <a:off x="4678430" y="6253018"/>
            <a:ext cx="5029120" cy="502912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3" name="椭圆 42"/>
          <p:cNvSpPr/>
          <p:nvPr/>
        </p:nvSpPr>
        <p:spPr>
          <a:xfrm>
            <a:off x="10572637" y="5629445"/>
            <a:ext cx="2765086" cy="2765086"/>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4" name="椭圆 43"/>
          <p:cNvSpPr/>
          <p:nvPr/>
        </p:nvSpPr>
        <p:spPr>
          <a:xfrm>
            <a:off x="8159452" y="5971793"/>
            <a:ext cx="3381476" cy="3381476"/>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6" name="圆角矩形 5"/>
          <p:cNvSpPr/>
          <p:nvPr/>
        </p:nvSpPr>
        <p:spPr>
          <a:xfrm>
            <a:off x="5119723" y="3915790"/>
            <a:ext cx="2909803" cy="521790"/>
          </a:xfrm>
          <a:prstGeom prst="roundRect">
            <a:avLst>
              <a:gd name="adj" fmla="val 50000"/>
            </a:avLst>
          </a:prstGeom>
          <a:solidFill>
            <a:srgbClr val="01ACBE"/>
          </a:solidFill>
          <a:ln w="19050">
            <a:solidFill>
              <a:schemeClr val="bg1"/>
            </a:solidFill>
          </a:ln>
          <a:effectLst>
            <a:outerShdw blurRad="127000" dist="50800" dir="2700000" sx="76000" sy="76000" algn="ctr" rotWithShape="0">
              <a:srgbClr val="000000">
                <a:alpha val="9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33" tIns="45716" rIns="91433" bIns="45716" rtlCol="0" anchor="ctr"/>
          <a:lstStyle/>
          <a:p>
            <a:pPr algn="ctr"/>
            <a:endParaRPr lang="zh-CN" altLang="en-US"/>
          </a:p>
        </p:txBody>
      </p:sp>
      <p:sp>
        <p:nvSpPr>
          <p:cNvPr id="7" name="TextBox 6"/>
          <p:cNvSpPr txBox="1"/>
          <p:nvPr/>
        </p:nvSpPr>
        <p:spPr>
          <a:xfrm>
            <a:off x="5382283" y="3940753"/>
            <a:ext cx="2428856" cy="477046"/>
          </a:xfrm>
          <a:prstGeom prst="rect">
            <a:avLst/>
          </a:prstGeom>
          <a:noFill/>
        </p:spPr>
        <p:txBody>
          <a:bodyPr wrap="none" lIns="91433" tIns="45716" rIns="91433" bIns="45716" rtlCol="0">
            <a:spAutoFit/>
          </a:bodyPr>
          <a:lstStyle/>
          <a:p>
            <a:r>
              <a:rPr lang="zh-CN" altLang="en-US" sz="2500" b="1" dirty="0">
                <a:solidFill>
                  <a:schemeClr val="bg1"/>
                </a:solidFill>
                <a:latin typeface="微软雅黑" pitchFamily="34" charset="-122"/>
                <a:ea typeface="微软雅黑" pitchFamily="34" charset="-122"/>
              </a:rPr>
              <a:t>汇报人：乔利锋</a:t>
            </a:r>
          </a:p>
        </p:txBody>
      </p:sp>
      <p:sp>
        <p:nvSpPr>
          <p:cNvPr id="17" name="椭圆 16"/>
          <p:cNvSpPr/>
          <p:nvPr/>
        </p:nvSpPr>
        <p:spPr>
          <a:xfrm flipV="1">
            <a:off x="4594682" y="3978088"/>
            <a:ext cx="397025" cy="397192"/>
          </a:xfrm>
          <a:prstGeom prst="ellipse">
            <a:avLst/>
          </a:prstGeom>
          <a:solidFill>
            <a:srgbClr val="FC6E5B"/>
          </a:solidFill>
          <a:ln w="19050">
            <a:solidFill>
              <a:schemeClr val="bg1"/>
            </a:solidFill>
          </a:ln>
          <a:effectLst>
            <a:outerShdw blurRad="330200" dist="38100" dir="2700000" sx="65000" sy="65000" algn="ctr" rotWithShape="0">
              <a:srgbClr val="000000">
                <a:alpha val="89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27" tIns="45713" rIns="91427" bIns="45713" spcCol="0" rtlCol="0" anchor="ctr"/>
          <a:lstStyle/>
          <a:p>
            <a:pPr algn="ctr"/>
            <a:endParaRPr lang="zh-CN" altLang="en-US" dirty="0"/>
          </a:p>
        </p:txBody>
      </p:sp>
      <p:pic>
        <p:nvPicPr>
          <p:cNvPr id="19" name="图片 18"/>
          <p:cNvPicPr>
            <a:picLocks noChangeAspect="1"/>
          </p:cNvPicPr>
          <p:nvPr/>
        </p:nvPicPr>
        <p:blipFill>
          <a:blip r:embed="rId3">
            <a:extLst>
              <a:ext uri="{BEBA8EAE-BF5A-486C-A8C5-ECC9F3942E4B}">
                <a14:imgProps xmlns:a14="http://schemas.microsoft.com/office/drawing/2010/main">
                  <a14:imgLayer r:embed="rId4">
                    <a14:imgEffect>
                      <a14:brightnessContrast bright="10000" contrast="5000"/>
                    </a14:imgEffect>
                  </a14:imgLayer>
                </a14:imgProps>
              </a:ext>
              <a:ext uri="{28A0092B-C50C-407E-A947-70E740481C1C}">
                <a14:useLocalDpi xmlns:a14="http://schemas.microsoft.com/office/drawing/2010/main" val="0"/>
              </a:ext>
            </a:extLst>
          </a:blip>
          <a:stretch>
            <a:fillRect/>
          </a:stretch>
        </p:blipFill>
        <p:spPr>
          <a:xfrm>
            <a:off x="2439894" y="2664772"/>
            <a:ext cx="4278630" cy="4194816"/>
          </a:xfrm>
          <a:prstGeom prst="rect">
            <a:avLst/>
          </a:prstGeom>
        </p:spPr>
      </p:pic>
      <p:sp>
        <p:nvSpPr>
          <p:cNvPr id="18" name="椭圆 17"/>
          <p:cNvSpPr/>
          <p:nvPr/>
        </p:nvSpPr>
        <p:spPr>
          <a:xfrm flipV="1">
            <a:off x="4384450" y="1401085"/>
            <a:ext cx="326054" cy="326172"/>
          </a:xfrm>
          <a:prstGeom prst="ellipse">
            <a:avLst/>
          </a:prstGeom>
          <a:solidFill>
            <a:srgbClr val="FC6E5B"/>
          </a:solidFill>
          <a:ln w="19050">
            <a:noFill/>
          </a:ln>
          <a:effectLst>
            <a:outerShdw blurRad="203200" dist="38100" dir="2700000" sx="65000" sy="65000" algn="ctr" rotWithShape="0">
              <a:srgbClr val="000000">
                <a:alpha val="89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zh-CN" altLang="en-US" dirty="0"/>
          </a:p>
        </p:txBody>
      </p:sp>
      <p:sp>
        <p:nvSpPr>
          <p:cNvPr id="20" name="椭圆 19"/>
          <p:cNvSpPr/>
          <p:nvPr/>
        </p:nvSpPr>
        <p:spPr>
          <a:xfrm>
            <a:off x="7380517" y="1592185"/>
            <a:ext cx="391447" cy="391585"/>
          </a:xfrm>
          <a:prstGeom prst="ellipse">
            <a:avLst/>
          </a:prstGeom>
          <a:solidFill>
            <a:srgbClr val="01ACBE"/>
          </a:solidFill>
          <a:ln w="19050">
            <a:noFill/>
          </a:ln>
          <a:effectLst>
            <a:outerShdw blurRad="203200" dist="38100" dir="2700000" sx="92000" sy="92000" algn="ctr" rotWithShape="0">
              <a:srgbClr val="000000">
                <a:alpha val="8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zh-CN" altLang="en-US" dirty="0"/>
          </a:p>
        </p:txBody>
      </p:sp>
      <p:sp>
        <p:nvSpPr>
          <p:cNvPr id="21" name="椭圆 20"/>
          <p:cNvSpPr/>
          <p:nvPr/>
        </p:nvSpPr>
        <p:spPr>
          <a:xfrm flipV="1">
            <a:off x="8523182" y="1534102"/>
            <a:ext cx="205806" cy="205881"/>
          </a:xfrm>
          <a:prstGeom prst="ellipse">
            <a:avLst/>
          </a:prstGeom>
          <a:solidFill>
            <a:srgbClr val="FC6E5B"/>
          </a:solidFill>
          <a:ln w="19050">
            <a:noFill/>
          </a:ln>
          <a:effectLst>
            <a:outerShdw blurRad="203200" dist="38100" dir="2700000" sx="65000" sy="65000" algn="ctr" rotWithShape="0">
              <a:srgbClr val="000000">
                <a:alpha val="89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zh-CN" altLang="en-US" dirty="0"/>
          </a:p>
        </p:txBody>
      </p:sp>
      <p:sp>
        <p:nvSpPr>
          <p:cNvPr id="22" name="椭圆 21"/>
          <p:cNvSpPr/>
          <p:nvPr/>
        </p:nvSpPr>
        <p:spPr>
          <a:xfrm>
            <a:off x="5609982" y="1697220"/>
            <a:ext cx="186280" cy="186345"/>
          </a:xfrm>
          <a:prstGeom prst="ellipse">
            <a:avLst/>
          </a:prstGeom>
          <a:solidFill>
            <a:srgbClr val="01ACBE"/>
          </a:solidFill>
          <a:ln w="19050">
            <a:noFill/>
          </a:ln>
          <a:effectLst>
            <a:outerShdw blurRad="203200" dist="38100" dir="2700000" sx="92000" sy="92000" algn="ctr" rotWithShape="0">
              <a:srgbClr val="000000">
                <a:alpha val="8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zh-CN" altLang="en-US" dirty="0"/>
          </a:p>
        </p:txBody>
      </p:sp>
      <p:sp>
        <p:nvSpPr>
          <p:cNvPr id="23" name="椭圆 22"/>
          <p:cNvSpPr/>
          <p:nvPr/>
        </p:nvSpPr>
        <p:spPr>
          <a:xfrm flipV="1">
            <a:off x="6474614" y="1486829"/>
            <a:ext cx="121360" cy="121404"/>
          </a:xfrm>
          <a:prstGeom prst="ellipse">
            <a:avLst/>
          </a:prstGeom>
          <a:solidFill>
            <a:srgbClr val="FC6E5B"/>
          </a:solidFill>
          <a:ln w="19050">
            <a:noFill/>
          </a:ln>
          <a:effectLst>
            <a:outerShdw blurRad="203200" dist="38100" dir="2700000" sx="65000" sy="65000" algn="ctr" rotWithShape="0">
              <a:srgbClr val="000000">
                <a:alpha val="89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zh-CN" altLang="en-US" dirty="0"/>
          </a:p>
        </p:txBody>
      </p:sp>
      <p:sp>
        <p:nvSpPr>
          <p:cNvPr id="24" name="椭圆 23"/>
          <p:cNvSpPr/>
          <p:nvPr/>
        </p:nvSpPr>
        <p:spPr>
          <a:xfrm flipV="1">
            <a:off x="3469625" y="1658749"/>
            <a:ext cx="185478" cy="186345"/>
          </a:xfrm>
          <a:prstGeom prst="ellipse">
            <a:avLst/>
          </a:prstGeom>
          <a:solidFill>
            <a:srgbClr val="01ACBE"/>
          </a:solidFill>
          <a:ln w="19050">
            <a:noFill/>
          </a:ln>
          <a:effectLst>
            <a:outerShdw blurRad="203200" dist="38100" dir="2700000" sx="92000" sy="92000" algn="ctr" rotWithShape="0">
              <a:srgbClr val="000000">
                <a:alpha val="8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spcCol="0" rtlCol="0" anchor="ctr"/>
          <a:lstStyle/>
          <a:p>
            <a:pPr algn="ctr"/>
            <a:endParaRPr lang="zh-CN" altLang="en-US" dirty="0"/>
          </a:p>
        </p:txBody>
      </p:sp>
      <p:sp>
        <p:nvSpPr>
          <p:cNvPr id="25" name="椭圆 24"/>
          <p:cNvSpPr/>
          <p:nvPr/>
        </p:nvSpPr>
        <p:spPr>
          <a:xfrm>
            <a:off x="4868930" y="2250051"/>
            <a:ext cx="1375644" cy="1375644"/>
          </a:xfrm>
          <a:prstGeom prst="ellipse">
            <a:avLst/>
          </a:prstGeom>
          <a:gradFill flip="none" rotWithShape="1">
            <a:gsLst>
              <a:gs pos="90000">
                <a:srgbClr val="E33F24"/>
              </a:gs>
              <a:gs pos="30000">
                <a:srgbClr val="F26434"/>
              </a:gs>
            </a:gsLst>
            <a:lin ang="2700000" scaled="1"/>
            <a:tileRect/>
          </a:gradFill>
          <a:ln w="25400">
            <a:gradFill>
              <a:gsLst>
                <a:gs pos="0">
                  <a:srgbClr val="E33F24"/>
                </a:gs>
                <a:gs pos="100000">
                  <a:srgbClr val="F26434"/>
                </a:gs>
              </a:gsLst>
              <a:lin ang="5400000" scaled="0"/>
            </a:gradFill>
          </a:ln>
          <a:effectLst>
            <a:outerShdw blurRad="254000" dist="1524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6" name="TextBox 25"/>
          <p:cNvSpPr txBox="1"/>
          <p:nvPr/>
        </p:nvSpPr>
        <p:spPr>
          <a:xfrm>
            <a:off x="5183044" y="2475695"/>
            <a:ext cx="765048" cy="861764"/>
          </a:xfrm>
          <a:prstGeom prst="rect">
            <a:avLst/>
          </a:prstGeom>
          <a:noFill/>
        </p:spPr>
        <p:txBody>
          <a:bodyPr wrap="square" lIns="91431" tIns="45715" rIns="91431" bIns="45715" rtlCol="0">
            <a:spAutoFit/>
          </a:bodyPr>
          <a:lstStyle>
            <a:defPPr>
              <a:defRPr lang="zh-CN"/>
            </a:defPPr>
            <a:lvl1pPr algn="ctr">
              <a:defRPr sz="4000">
                <a:solidFill>
                  <a:schemeClr val="bg1"/>
                </a:solidFill>
                <a:latin typeface="Impact" panose="020B0806030902050204" pitchFamily="34" charset="0"/>
              </a:defRPr>
            </a:lvl1pPr>
          </a:lstStyle>
          <a:p>
            <a:r>
              <a:rPr lang="zh-CN" altLang="en-US" sz="5000" b="1" dirty="0">
                <a:latin typeface="微软雅黑" pitchFamily="34" charset="-122"/>
                <a:ea typeface="微软雅黑" pitchFamily="34" charset="-122"/>
              </a:rPr>
              <a:t>谢</a:t>
            </a:r>
          </a:p>
        </p:txBody>
      </p:sp>
      <p:sp>
        <p:nvSpPr>
          <p:cNvPr id="27" name="椭圆 26"/>
          <p:cNvSpPr/>
          <p:nvPr/>
        </p:nvSpPr>
        <p:spPr>
          <a:xfrm>
            <a:off x="6088130" y="2250051"/>
            <a:ext cx="1375644" cy="1375644"/>
          </a:xfrm>
          <a:prstGeom prst="ellipse">
            <a:avLst/>
          </a:prstGeom>
          <a:gradFill flip="none" rotWithShape="1">
            <a:gsLst>
              <a:gs pos="90000">
                <a:srgbClr val="89A13D"/>
              </a:gs>
              <a:gs pos="30000">
                <a:srgbClr val="B2D138"/>
              </a:gs>
            </a:gsLst>
            <a:lin ang="2700000" scaled="1"/>
            <a:tileRect/>
          </a:gradFill>
          <a:ln w="25400">
            <a:gradFill>
              <a:gsLst>
                <a:gs pos="0">
                  <a:srgbClr val="89A13D"/>
                </a:gs>
                <a:gs pos="100000">
                  <a:srgbClr val="B2D138"/>
                </a:gs>
              </a:gsLst>
              <a:lin ang="5400000" scaled="0"/>
            </a:gradFill>
          </a:ln>
          <a:effectLst>
            <a:outerShdw blurRad="254000" dist="1524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8" name="TextBox 27"/>
          <p:cNvSpPr txBox="1"/>
          <p:nvPr/>
        </p:nvSpPr>
        <p:spPr>
          <a:xfrm>
            <a:off x="6456477" y="2475695"/>
            <a:ext cx="631852" cy="861764"/>
          </a:xfrm>
          <a:prstGeom prst="rect">
            <a:avLst/>
          </a:prstGeom>
          <a:noFill/>
        </p:spPr>
        <p:txBody>
          <a:bodyPr wrap="square" lIns="91431" tIns="45715" rIns="91431" bIns="45715" rtlCol="0">
            <a:spAutoFit/>
          </a:bodyPr>
          <a:lstStyle>
            <a:defPPr>
              <a:defRPr lang="zh-CN"/>
            </a:defPPr>
            <a:lvl1pPr algn="ctr">
              <a:defRPr sz="4000">
                <a:solidFill>
                  <a:schemeClr val="bg1"/>
                </a:solidFill>
                <a:latin typeface="Impact" panose="020B0806030902050204" pitchFamily="34" charset="0"/>
              </a:defRPr>
            </a:lvl1pPr>
          </a:lstStyle>
          <a:p>
            <a:r>
              <a:rPr lang="zh-CN" altLang="en-US" sz="5000" b="1" dirty="0">
                <a:latin typeface="微软雅黑" pitchFamily="34" charset="-122"/>
                <a:ea typeface="微软雅黑" pitchFamily="34" charset="-122"/>
              </a:rPr>
              <a:t>观</a:t>
            </a:r>
          </a:p>
        </p:txBody>
      </p:sp>
      <p:sp>
        <p:nvSpPr>
          <p:cNvPr id="29" name="椭圆 28"/>
          <p:cNvSpPr/>
          <p:nvPr/>
        </p:nvSpPr>
        <p:spPr>
          <a:xfrm>
            <a:off x="7311056" y="2250051"/>
            <a:ext cx="1375644" cy="1375644"/>
          </a:xfrm>
          <a:prstGeom prst="ellipse">
            <a:avLst/>
          </a:prstGeom>
          <a:gradFill flip="none" rotWithShape="1">
            <a:gsLst>
              <a:gs pos="90000">
                <a:srgbClr val="108692"/>
              </a:gs>
              <a:gs pos="30000">
                <a:srgbClr val="16B2C1"/>
              </a:gs>
            </a:gsLst>
            <a:lin ang="2700000" scaled="1"/>
            <a:tileRect/>
          </a:gradFill>
          <a:ln w="25400">
            <a:gradFill>
              <a:gsLst>
                <a:gs pos="0">
                  <a:srgbClr val="108692"/>
                </a:gs>
                <a:gs pos="100000">
                  <a:srgbClr val="16B2C1"/>
                </a:gs>
              </a:gsLst>
              <a:lin ang="5400000" scaled="0"/>
            </a:gradFill>
          </a:ln>
          <a:effectLst>
            <a:outerShdw blurRad="254000" dist="1524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0" name="TextBox 29"/>
          <p:cNvSpPr txBox="1"/>
          <p:nvPr/>
        </p:nvSpPr>
        <p:spPr>
          <a:xfrm>
            <a:off x="7624641" y="2475695"/>
            <a:ext cx="767712" cy="861764"/>
          </a:xfrm>
          <a:prstGeom prst="rect">
            <a:avLst/>
          </a:prstGeom>
          <a:noFill/>
        </p:spPr>
        <p:txBody>
          <a:bodyPr wrap="square" lIns="91431" tIns="45715" rIns="91431" bIns="45715" rtlCol="0">
            <a:spAutoFit/>
          </a:bodyPr>
          <a:lstStyle>
            <a:defPPr>
              <a:defRPr lang="zh-CN"/>
            </a:defPPr>
            <a:lvl1pPr algn="ctr">
              <a:defRPr sz="4000">
                <a:solidFill>
                  <a:schemeClr val="bg1"/>
                </a:solidFill>
                <a:latin typeface="Impact" panose="020B0806030902050204" pitchFamily="34" charset="0"/>
              </a:defRPr>
            </a:lvl1pPr>
          </a:lstStyle>
          <a:p>
            <a:r>
              <a:rPr lang="zh-CN" altLang="en-US" sz="5000" b="1" dirty="0">
                <a:latin typeface="微软雅黑" pitchFamily="34" charset="-122"/>
                <a:ea typeface="微软雅黑" pitchFamily="34" charset="-122"/>
              </a:rPr>
              <a:t>看</a:t>
            </a:r>
          </a:p>
        </p:txBody>
      </p:sp>
      <p:sp>
        <p:nvSpPr>
          <p:cNvPr id="31" name="椭圆 30"/>
          <p:cNvSpPr/>
          <p:nvPr/>
        </p:nvSpPr>
        <p:spPr>
          <a:xfrm>
            <a:off x="3649730" y="2250051"/>
            <a:ext cx="1375644" cy="1375644"/>
          </a:xfrm>
          <a:prstGeom prst="ellipse">
            <a:avLst/>
          </a:prstGeom>
          <a:gradFill flip="none" rotWithShape="1">
            <a:gsLst>
              <a:gs pos="90000">
                <a:srgbClr val="138F81"/>
              </a:gs>
              <a:gs pos="30000">
                <a:srgbClr val="19BAA9"/>
              </a:gs>
            </a:gsLst>
            <a:lin ang="2700000" scaled="1"/>
            <a:tileRect/>
          </a:gradFill>
          <a:ln w="25400">
            <a:gradFill>
              <a:gsLst>
                <a:gs pos="0">
                  <a:srgbClr val="138F81"/>
                </a:gs>
                <a:gs pos="100000">
                  <a:srgbClr val="19BAA9"/>
                </a:gs>
              </a:gsLst>
              <a:lin ang="5400000" scaled="0"/>
            </a:gradFill>
          </a:ln>
          <a:effectLst>
            <a:outerShdw blurRad="254000" dist="152400" dir="3540000" algn="tl"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32" name="TextBox 31"/>
          <p:cNvSpPr txBox="1"/>
          <p:nvPr/>
        </p:nvSpPr>
        <p:spPr>
          <a:xfrm>
            <a:off x="3969664" y="2475695"/>
            <a:ext cx="735776" cy="861764"/>
          </a:xfrm>
          <a:prstGeom prst="rect">
            <a:avLst/>
          </a:prstGeom>
          <a:noFill/>
        </p:spPr>
        <p:txBody>
          <a:bodyPr wrap="square" lIns="91431" tIns="45715" rIns="91431" bIns="45715" rtlCol="0">
            <a:spAutoFit/>
          </a:bodyPr>
          <a:lstStyle/>
          <a:p>
            <a:pPr algn="ctr"/>
            <a:r>
              <a:rPr lang="zh-CN" altLang="en-US" sz="5000" b="1" dirty="0">
                <a:solidFill>
                  <a:schemeClr val="bg1"/>
                </a:solidFill>
                <a:latin typeface="微软雅黑" pitchFamily="34" charset="-122"/>
                <a:ea typeface="微软雅黑" pitchFamily="34" charset="-122"/>
              </a:rPr>
              <a:t>谢</a:t>
            </a:r>
          </a:p>
        </p:txBody>
      </p:sp>
    </p:spTree>
    <p:extLst>
      <p:ext uri="{BB962C8B-B14F-4D97-AF65-F5344CB8AC3E}">
        <p14:creationId xmlns:p14="http://schemas.microsoft.com/office/powerpoint/2010/main" val="3578169260"/>
      </p:ext>
    </p:extLst>
  </p:cSld>
  <p:clrMapOvr>
    <a:masterClrMapping/>
  </p:clrMapOvr>
  <p:transition spd="slow" advTm="1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p:stCondLst>
                                    <p:cond delay="20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ppt_x"/>
                                          </p:val>
                                        </p:tav>
                                        <p:tav tm="100000">
                                          <p:val>
                                            <p:strVal val="#ppt_x"/>
                                          </p:val>
                                        </p:tav>
                                      </p:tavLst>
                                    </p:anim>
                                    <p:anim calcmode="lin" valueType="num">
                                      <p:cBhvr additive="base">
                                        <p:cTn id="12" dur="500" fill="hold"/>
                                        <p:tgtEl>
                                          <p:spTgt spid="20"/>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10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ppt_x"/>
                                          </p:val>
                                        </p:tav>
                                        <p:tav tm="100000">
                                          <p:val>
                                            <p:strVal val="#ppt_x"/>
                                          </p:val>
                                        </p:tav>
                                      </p:tavLst>
                                    </p:anim>
                                    <p:anim calcmode="lin" valueType="num">
                                      <p:cBhvr additive="base">
                                        <p:cTn id="16" dur="500" fill="hold"/>
                                        <p:tgtEl>
                                          <p:spTgt spid="21"/>
                                        </p:tgtEl>
                                        <p:attrNameLst>
                                          <p:attrName>ppt_y</p:attrName>
                                        </p:attrNameLst>
                                      </p:cBhvr>
                                      <p:tavLst>
                                        <p:tav tm="0">
                                          <p:val>
                                            <p:strVal val="1+#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0-#ppt_h/2"/>
                                          </p:val>
                                        </p:tav>
                                        <p:tav tm="100000">
                                          <p:val>
                                            <p:strVal val="#ppt_y"/>
                                          </p:val>
                                        </p:tav>
                                      </p:tavLst>
                                    </p:anim>
                                  </p:childTnLst>
                                </p:cTn>
                              </p:par>
                              <p:par>
                                <p:cTn id="21" presetID="2" presetClass="entr" presetSubtype="4" fill="hold" grpId="0" nodeType="withEffect">
                                  <p:stCondLst>
                                    <p:cond delay="20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ppt_x"/>
                                          </p:val>
                                        </p:tav>
                                        <p:tav tm="100000">
                                          <p:val>
                                            <p:strVal val="#ppt_x"/>
                                          </p:val>
                                        </p:tav>
                                      </p:tavLst>
                                    </p:anim>
                                    <p:anim calcmode="lin" valueType="num">
                                      <p:cBhvr additive="base">
                                        <p:cTn id="24" dur="500" fill="hold"/>
                                        <p:tgtEl>
                                          <p:spTgt spid="23"/>
                                        </p:tgtEl>
                                        <p:attrNameLst>
                                          <p:attrName>ppt_y</p:attrName>
                                        </p:attrNameLst>
                                      </p:cBhvr>
                                      <p:tavLst>
                                        <p:tav tm="0">
                                          <p:val>
                                            <p:strVal val="1+#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0-#ppt_h/2"/>
                                          </p:val>
                                        </p:tav>
                                        <p:tav tm="100000">
                                          <p:val>
                                            <p:strVal val="#ppt_y"/>
                                          </p:val>
                                        </p:tav>
                                      </p:tavLst>
                                    </p:anim>
                                  </p:childTnLst>
                                </p:cTn>
                              </p:par>
                            </p:childTnLst>
                          </p:cTn>
                        </p:par>
                        <p:par>
                          <p:cTn id="29" fill="hold">
                            <p:stCondLst>
                              <p:cond delay="700"/>
                            </p:stCondLst>
                            <p:childTnLst>
                              <p:par>
                                <p:cTn id="30" presetID="53" presetClass="entr" presetSubtype="16" fill="hold" grpId="0" nodeType="after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p:cTn id="32" dur="300" fill="hold"/>
                                        <p:tgtEl>
                                          <p:spTgt spid="31"/>
                                        </p:tgtEl>
                                        <p:attrNameLst>
                                          <p:attrName>ppt_w</p:attrName>
                                        </p:attrNameLst>
                                      </p:cBhvr>
                                      <p:tavLst>
                                        <p:tav tm="0">
                                          <p:val>
                                            <p:fltVal val="0"/>
                                          </p:val>
                                        </p:tav>
                                        <p:tav tm="100000">
                                          <p:val>
                                            <p:strVal val="#ppt_w"/>
                                          </p:val>
                                        </p:tav>
                                      </p:tavLst>
                                    </p:anim>
                                    <p:anim calcmode="lin" valueType="num">
                                      <p:cBhvr>
                                        <p:cTn id="33" dur="300" fill="hold"/>
                                        <p:tgtEl>
                                          <p:spTgt spid="31"/>
                                        </p:tgtEl>
                                        <p:attrNameLst>
                                          <p:attrName>ppt_h</p:attrName>
                                        </p:attrNameLst>
                                      </p:cBhvr>
                                      <p:tavLst>
                                        <p:tav tm="0">
                                          <p:val>
                                            <p:fltVal val="0"/>
                                          </p:val>
                                        </p:tav>
                                        <p:tav tm="100000">
                                          <p:val>
                                            <p:strVal val="#ppt_h"/>
                                          </p:val>
                                        </p:tav>
                                      </p:tavLst>
                                    </p:anim>
                                    <p:animEffect transition="in" filter="fade">
                                      <p:cBhvr>
                                        <p:cTn id="34" dur="300"/>
                                        <p:tgtEl>
                                          <p:spTgt spid="31"/>
                                        </p:tgtEl>
                                      </p:cBhvr>
                                    </p:animEffect>
                                  </p:childTnLst>
                                </p:cTn>
                              </p:par>
                              <p:par>
                                <p:cTn id="35" presetID="6" presetClass="emph" presetSubtype="0" autoRev="1" fill="hold" grpId="1" nodeType="withEffect">
                                  <p:stCondLst>
                                    <p:cond delay="300"/>
                                  </p:stCondLst>
                                  <p:childTnLst>
                                    <p:animScale>
                                      <p:cBhvr>
                                        <p:cTn id="36" dur="150" fill="hold"/>
                                        <p:tgtEl>
                                          <p:spTgt spid="31"/>
                                        </p:tgtEl>
                                      </p:cBhvr>
                                      <p:by x="110000" y="110000"/>
                                    </p:animScale>
                                  </p:childTnLst>
                                </p:cTn>
                              </p:par>
                              <p:par>
                                <p:cTn id="37" presetID="53" presetClass="entr" presetSubtype="16" fill="hold" grpId="0" nodeType="withEffect">
                                  <p:stCondLst>
                                    <p:cond delay="200"/>
                                  </p:stCondLst>
                                  <p:childTnLst>
                                    <p:set>
                                      <p:cBhvr>
                                        <p:cTn id="38" dur="1" fill="hold">
                                          <p:stCondLst>
                                            <p:cond delay="0"/>
                                          </p:stCondLst>
                                        </p:cTn>
                                        <p:tgtEl>
                                          <p:spTgt spid="32"/>
                                        </p:tgtEl>
                                        <p:attrNameLst>
                                          <p:attrName>style.visibility</p:attrName>
                                        </p:attrNameLst>
                                      </p:cBhvr>
                                      <p:to>
                                        <p:strVal val="visible"/>
                                      </p:to>
                                    </p:set>
                                    <p:anim calcmode="lin" valueType="num">
                                      <p:cBhvr>
                                        <p:cTn id="39" dur="300" fill="hold"/>
                                        <p:tgtEl>
                                          <p:spTgt spid="32"/>
                                        </p:tgtEl>
                                        <p:attrNameLst>
                                          <p:attrName>ppt_w</p:attrName>
                                        </p:attrNameLst>
                                      </p:cBhvr>
                                      <p:tavLst>
                                        <p:tav tm="0">
                                          <p:val>
                                            <p:fltVal val="0"/>
                                          </p:val>
                                        </p:tav>
                                        <p:tav tm="100000">
                                          <p:val>
                                            <p:strVal val="#ppt_w"/>
                                          </p:val>
                                        </p:tav>
                                      </p:tavLst>
                                    </p:anim>
                                    <p:anim calcmode="lin" valueType="num">
                                      <p:cBhvr>
                                        <p:cTn id="40" dur="300" fill="hold"/>
                                        <p:tgtEl>
                                          <p:spTgt spid="32"/>
                                        </p:tgtEl>
                                        <p:attrNameLst>
                                          <p:attrName>ppt_h</p:attrName>
                                        </p:attrNameLst>
                                      </p:cBhvr>
                                      <p:tavLst>
                                        <p:tav tm="0">
                                          <p:val>
                                            <p:fltVal val="0"/>
                                          </p:val>
                                        </p:tav>
                                        <p:tav tm="100000">
                                          <p:val>
                                            <p:strVal val="#ppt_h"/>
                                          </p:val>
                                        </p:tav>
                                      </p:tavLst>
                                    </p:anim>
                                    <p:animEffect transition="in" filter="fade">
                                      <p:cBhvr>
                                        <p:cTn id="41" dur="300"/>
                                        <p:tgtEl>
                                          <p:spTgt spid="32"/>
                                        </p:tgtEl>
                                      </p:cBhvr>
                                    </p:animEffect>
                                  </p:childTnLst>
                                </p:cTn>
                              </p:par>
                              <p:par>
                                <p:cTn id="42" presetID="6" presetClass="emph" presetSubtype="0" autoRev="1" fill="hold" grpId="1" nodeType="withEffect">
                                  <p:stCondLst>
                                    <p:cond delay="500"/>
                                  </p:stCondLst>
                                  <p:childTnLst>
                                    <p:animScale>
                                      <p:cBhvr>
                                        <p:cTn id="43" dur="150" fill="hold"/>
                                        <p:tgtEl>
                                          <p:spTgt spid="32"/>
                                        </p:tgtEl>
                                      </p:cBhvr>
                                      <p:by x="110000" y="110000"/>
                                    </p:animScale>
                                  </p:childTnLst>
                                </p:cTn>
                              </p:par>
                              <p:par>
                                <p:cTn id="44" presetID="53" presetClass="entr" presetSubtype="16" fill="hold" grpId="0" nodeType="withEffect">
                                  <p:stCondLst>
                                    <p:cond delay="500"/>
                                  </p:stCondLst>
                                  <p:childTnLst>
                                    <p:set>
                                      <p:cBhvr>
                                        <p:cTn id="45" dur="1" fill="hold">
                                          <p:stCondLst>
                                            <p:cond delay="0"/>
                                          </p:stCondLst>
                                        </p:cTn>
                                        <p:tgtEl>
                                          <p:spTgt spid="25"/>
                                        </p:tgtEl>
                                        <p:attrNameLst>
                                          <p:attrName>style.visibility</p:attrName>
                                        </p:attrNameLst>
                                      </p:cBhvr>
                                      <p:to>
                                        <p:strVal val="visible"/>
                                      </p:to>
                                    </p:set>
                                    <p:anim calcmode="lin" valueType="num">
                                      <p:cBhvr>
                                        <p:cTn id="46" dur="300" fill="hold"/>
                                        <p:tgtEl>
                                          <p:spTgt spid="25"/>
                                        </p:tgtEl>
                                        <p:attrNameLst>
                                          <p:attrName>ppt_w</p:attrName>
                                        </p:attrNameLst>
                                      </p:cBhvr>
                                      <p:tavLst>
                                        <p:tav tm="0">
                                          <p:val>
                                            <p:fltVal val="0"/>
                                          </p:val>
                                        </p:tav>
                                        <p:tav tm="100000">
                                          <p:val>
                                            <p:strVal val="#ppt_w"/>
                                          </p:val>
                                        </p:tav>
                                      </p:tavLst>
                                    </p:anim>
                                    <p:anim calcmode="lin" valueType="num">
                                      <p:cBhvr>
                                        <p:cTn id="47" dur="300" fill="hold"/>
                                        <p:tgtEl>
                                          <p:spTgt spid="25"/>
                                        </p:tgtEl>
                                        <p:attrNameLst>
                                          <p:attrName>ppt_h</p:attrName>
                                        </p:attrNameLst>
                                      </p:cBhvr>
                                      <p:tavLst>
                                        <p:tav tm="0">
                                          <p:val>
                                            <p:fltVal val="0"/>
                                          </p:val>
                                        </p:tav>
                                        <p:tav tm="100000">
                                          <p:val>
                                            <p:strVal val="#ppt_h"/>
                                          </p:val>
                                        </p:tav>
                                      </p:tavLst>
                                    </p:anim>
                                    <p:animEffect transition="in" filter="fade">
                                      <p:cBhvr>
                                        <p:cTn id="48" dur="300"/>
                                        <p:tgtEl>
                                          <p:spTgt spid="25"/>
                                        </p:tgtEl>
                                      </p:cBhvr>
                                    </p:animEffect>
                                  </p:childTnLst>
                                </p:cTn>
                              </p:par>
                              <p:par>
                                <p:cTn id="49" presetID="6" presetClass="emph" presetSubtype="0" autoRev="1" fill="hold" grpId="1" nodeType="withEffect">
                                  <p:stCondLst>
                                    <p:cond delay="800"/>
                                  </p:stCondLst>
                                  <p:childTnLst>
                                    <p:animScale>
                                      <p:cBhvr>
                                        <p:cTn id="50" dur="150" fill="hold"/>
                                        <p:tgtEl>
                                          <p:spTgt spid="25"/>
                                        </p:tgtEl>
                                      </p:cBhvr>
                                      <p:by x="110000" y="110000"/>
                                    </p:animScale>
                                  </p:childTnLst>
                                </p:cTn>
                              </p:par>
                              <p:par>
                                <p:cTn id="51" presetID="53" presetClass="entr" presetSubtype="16" fill="hold" grpId="0" nodeType="withEffect">
                                  <p:stCondLst>
                                    <p:cond delay="700"/>
                                  </p:stCondLst>
                                  <p:childTnLst>
                                    <p:set>
                                      <p:cBhvr>
                                        <p:cTn id="52" dur="1" fill="hold">
                                          <p:stCondLst>
                                            <p:cond delay="0"/>
                                          </p:stCondLst>
                                        </p:cTn>
                                        <p:tgtEl>
                                          <p:spTgt spid="26"/>
                                        </p:tgtEl>
                                        <p:attrNameLst>
                                          <p:attrName>style.visibility</p:attrName>
                                        </p:attrNameLst>
                                      </p:cBhvr>
                                      <p:to>
                                        <p:strVal val="visible"/>
                                      </p:to>
                                    </p:set>
                                    <p:anim calcmode="lin" valueType="num">
                                      <p:cBhvr>
                                        <p:cTn id="53" dur="300" fill="hold"/>
                                        <p:tgtEl>
                                          <p:spTgt spid="26"/>
                                        </p:tgtEl>
                                        <p:attrNameLst>
                                          <p:attrName>ppt_w</p:attrName>
                                        </p:attrNameLst>
                                      </p:cBhvr>
                                      <p:tavLst>
                                        <p:tav tm="0">
                                          <p:val>
                                            <p:fltVal val="0"/>
                                          </p:val>
                                        </p:tav>
                                        <p:tav tm="100000">
                                          <p:val>
                                            <p:strVal val="#ppt_w"/>
                                          </p:val>
                                        </p:tav>
                                      </p:tavLst>
                                    </p:anim>
                                    <p:anim calcmode="lin" valueType="num">
                                      <p:cBhvr>
                                        <p:cTn id="54" dur="300" fill="hold"/>
                                        <p:tgtEl>
                                          <p:spTgt spid="26"/>
                                        </p:tgtEl>
                                        <p:attrNameLst>
                                          <p:attrName>ppt_h</p:attrName>
                                        </p:attrNameLst>
                                      </p:cBhvr>
                                      <p:tavLst>
                                        <p:tav tm="0">
                                          <p:val>
                                            <p:fltVal val="0"/>
                                          </p:val>
                                        </p:tav>
                                        <p:tav tm="100000">
                                          <p:val>
                                            <p:strVal val="#ppt_h"/>
                                          </p:val>
                                        </p:tav>
                                      </p:tavLst>
                                    </p:anim>
                                    <p:animEffect transition="in" filter="fade">
                                      <p:cBhvr>
                                        <p:cTn id="55" dur="300"/>
                                        <p:tgtEl>
                                          <p:spTgt spid="26"/>
                                        </p:tgtEl>
                                      </p:cBhvr>
                                    </p:animEffect>
                                  </p:childTnLst>
                                </p:cTn>
                              </p:par>
                              <p:par>
                                <p:cTn id="56" presetID="6" presetClass="emph" presetSubtype="0" autoRev="1" fill="hold" grpId="1" nodeType="withEffect">
                                  <p:stCondLst>
                                    <p:cond delay="1000"/>
                                  </p:stCondLst>
                                  <p:childTnLst>
                                    <p:animScale>
                                      <p:cBhvr>
                                        <p:cTn id="57" dur="150" fill="hold"/>
                                        <p:tgtEl>
                                          <p:spTgt spid="26"/>
                                        </p:tgtEl>
                                      </p:cBhvr>
                                      <p:by x="110000" y="110000"/>
                                    </p:animScale>
                                  </p:childTnLst>
                                </p:cTn>
                              </p:par>
                              <p:par>
                                <p:cTn id="58" presetID="53" presetClass="entr" presetSubtype="16" fill="hold" grpId="0" nodeType="withEffect">
                                  <p:stCondLst>
                                    <p:cond delay="1000"/>
                                  </p:stCondLst>
                                  <p:childTnLst>
                                    <p:set>
                                      <p:cBhvr>
                                        <p:cTn id="59" dur="1" fill="hold">
                                          <p:stCondLst>
                                            <p:cond delay="0"/>
                                          </p:stCondLst>
                                        </p:cTn>
                                        <p:tgtEl>
                                          <p:spTgt spid="27"/>
                                        </p:tgtEl>
                                        <p:attrNameLst>
                                          <p:attrName>style.visibility</p:attrName>
                                        </p:attrNameLst>
                                      </p:cBhvr>
                                      <p:to>
                                        <p:strVal val="visible"/>
                                      </p:to>
                                    </p:set>
                                    <p:anim calcmode="lin" valueType="num">
                                      <p:cBhvr>
                                        <p:cTn id="60" dur="300" fill="hold"/>
                                        <p:tgtEl>
                                          <p:spTgt spid="27"/>
                                        </p:tgtEl>
                                        <p:attrNameLst>
                                          <p:attrName>ppt_w</p:attrName>
                                        </p:attrNameLst>
                                      </p:cBhvr>
                                      <p:tavLst>
                                        <p:tav tm="0">
                                          <p:val>
                                            <p:fltVal val="0"/>
                                          </p:val>
                                        </p:tav>
                                        <p:tav tm="100000">
                                          <p:val>
                                            <p:strVal val="#ppt_w"/>
                                          </p:val>
                                        </p:tav>
                                      </p:tavLst>
                                    </p:anim>
                                    <p:anim calcmode="lin" valueType="num">
                                      <p:cBhvr>
                                        <p:cTn id="61" dur="300" fill="hold"/>
                                        <p:tgtEl>
                                          <p:spTgt spid="27"/>
                                        </p:tgtEl>
                                        <p:attrNameLst>
                                          <p:attrName>ppt_h</p:attrName>
                                        </p:attrNameLst>
                                      </p:cBhvr>
                                      <p:tavLst>
                                        <p:tav tm="0">
                                          <p:val>
                                            <p:fltVal val="0"/>
                                          </p:val>
                                        </p:tav>
                                        <p:tav tm="100000">
                                          <p:val>
                                            <p:strVal val="#ppt_h"/>
                                          </p:val>
                                        </p:tav>
                                      </p:tavLst>
                                    </p:anim>
                                    <p:animEffect transition="in" filter="fade">
                                      <p:cBhvr>
                                        <p:cTn id="62" dur="300"/>
                                        <p:tgtEl>
                                          <p:spTgt spid="27"/>
                                        </p:tgtEl>
                                      </p:cBhvr>
                                    </p:animEffect>
                                  </p:childTnLst>
                                </p:cTn>
                              </p:par>
                              <p:par>
                                <p:cTn id="63" presetID="6" presetClass="emph" presetSubtype="0" autoRev="1" fill="hold" grpId="1" nodeType="withEffect">
                                  <p:stCondLst>
                                    <p:cond delay="1300"/>
                                  </p:stCondLst>
                                  <p:childTnLst>
                                    <p:animScale>
                                      <p:cBhvr>
                                        <p:cTn id="64" dur="150" fill="hold"/>
                                        <p:tgtEl>
                                          <p:spTgt spid="27"/>
                                        </p:tgtEl>
                                      </p:cBhvr>
                                      <p:by x="110000" y="110000"/>
                                    </p:animScale>
                                  </p:childTnLst>
                                </p:cTn>
                              </p:par>
                              <p:par>
                                <p:cTn id="65" presetID="53" presetClass="entr" presetSubtype="16" fill="hold" grpId="0" nodeType="withEffect">
                                  <p:stCondLst>
                                    <p:cond delay="1200"/>
                                  </p:stCondLst>
                                  <p:childTnLst>
                                    <p:set>
                                      <p:cBhvr>
                                        <p:cTn id="66" dur="1" fill="hold">
                                          <p:stCondLst>
                                            <p:cond delay="0"/>
                                          </p:stCondLst>
                                        </p:cTn>
                                        <p:tgtEl>
                                          <p:spTgt spid="28"/>
                                        </p:tgtEl>
                                        <p:attrNameLst>
                                          <p:attrName>style.visibility</p:attrName>
                                        </p:attrNameLst>
                                      </p:cBhvr>
                                      <p:to>
                                        <p:strVal val="visible"/>
                                      </p:to>
                                    </p:set>
                                    <p:anim calcmode="lin" valueType="num">
                                      <p:cBhvr>
                                        <p:cTn id="67" dur="300" fill="hold"/>
                                        <p:tgtEl>
                                          <p:spTgt spid="28"/>
                                        </p:tgtEl>
                                        <p:attrNameLst>
                                          <p:attrName>ppt_w</p:attrName>
                                        </p:attrNameLst>
                                      </p:cBhvr>
                                      <p:tavLst>
                                        <p:tav tm="0">
                                          <p:val>
                                            <p:fltVal val="0"/>
                                          </p:val>
                                        </p:tav>
                                        <p:tav tm="100000">
                                          <p:val>
                                            <p:strVal val="#ppt_w"/>
                                          </p:val>
                                        </p:tav>
                                      </p:tavLst>
                                    </p:anim>
                                    <p:anim calcmode="lin" valueType="num">
                                      <p:cBhvr>
                                        <p:cTn id="68" dur="300" fill="hold"/>
                                        <p:tgtEl>
                                          <p:spTgt spid="28"/>
                                        </p:tgtEl>
                                        <p:attrNameLst>
                                          <p:attrName>ppt_h</p:attrName>
                                        </p:attrNameLst>
                                      </p:cBhvr>
                                      <p:tavLst>
                                        <p:tav tm="0">
                                          <p:val>
                                            <p:fltVal val="0"/>
                                          </p:val>
                                        </p:tav>
                                        <p:tav tm="100000">
                                          <p:val>
                                            <p:strVal val="#ppt_h"/>
                                          </p:val>
                                        </p:tav>
                                      </p:tavLst>
                                    </p:anim>
                                    <p:animEffect transition="in" filter="fade">
                                      <p:cBhvr>
                                        <p:cTn id="69" dur="300"/>
                                        <p:tgtEl>
                                          <p:spTgt spid="28"/>
                                        </p:tgtEl>
                                      </p:cBhvr>
                                    </p:animEffect>
                                  </p:childTnLst>
                                </p:cTn>
                              </p:par>
                              <p:par>
                                <p:cTn id="70" presetID="6" presetClass="emph" presetSubtype="0" autoRev="1" fill="hold" grpId="1" nodeType="withEffect">
                                  <p:stCondLst>
                                    <p:cond delay="1500"/>
                                  </p:stCondLst>
                                  <p:childTnLst>
                                    <p:animScale>
                                      <p:cBhvr>
                                        <p:cTn id="71" dur="150" fill="hold"/>
                                        <p:tgtEl>
                                          <p:spTgt spid="28"/>
                                        </p:tgtEl>
                                      </p:cBhvr>
                                      <p:by x="110000" y="110000"/>
                                    </p:animScale>
                                  </p:childTnLst>
                                </p:cTn>
                              </p:par>
                              <p:par>
                                <p:cTn id="72" presetID="53" presetClass="entr" presetSubtype="16" fill="hold" grpId="0" nodeType="withEffect">
                                  <p:stCondLst>
                                    <p:cond delay="1500"/>
                                  </p:stCondLst>
                                  <p:childTnLst>
                                    <p:set>
                                      <p:cBhvr>
                                        <p:cTn id="73" dur="1" fill="hold">
                                          <p:stCondLst>
                                            <p:cond delay="0"/>
                                          </p:stCondLst>
                                        </p:cTn>
                                        <p:tgtEl>
                                          <p:spTgt spid="29"/>
                                        </p:tgtEl>
                                        <p:attrNameLst>
                                          <p:attrName>style.visibility</p:attrName>
                                        </p:attrNameLst>
                                      </p:cBhvr>
                                      <p:to>
                                        <p:strVal val="visible"/>
                                      </p:to>
                                    </p:set>
                                    <p:anim calcmode="lin" valueType="num">
                                      <p:cBhvr>
                                        <p:cTn id="74" dur="300" fill="hold"/>
                                        <p:tgtEl>
                                          <p:spTgt spid="29"/>
                                        </p:tgtEl>
                                        <p:attrNameLst>
                                          <p:attrName>ppt_w</p:attrName>
                                        </p:attrNameLst>
                                      </p:cBhvr>
                                      <p:tavLst>
                                        <p:tav tm="0">
                                          <p:val>
                                            <p:fltVal val="0"/>
                                          </p:val>
                                        </p:tav>
                                        <p:tav tm="100000">
                                          <p:val>
                                            <p:strVal val="#ppt_w"/>
                                          </p:val>
                                        </p:tav>
                                      </p:tavLst>
                                    </p:anim>
                                    <p:anim calcmode="lin" valueType="num">
                                      <p:cBhvr>
                                        <p:cTn id="75" dur="300" fill="hold"/>
                                        <p:tgtEl>
                                          <p:spTgt spid="29"/>
                                        </p:tgtEl>
                                        <p:attrNameLst>
                                          <p:attrName>ppt_h</p:attrName>
                                        </p:attrNameLst>
                                      </p:cBhvr>
                                      <p:tavLst>
                                        <p:tav tm="0">
                                          <p:val>
                                            <p:fltVal val="0"/>
                                          </p:val>
                                        </p:tav>
                                        <p:tav tm="100000">
                                          <p:val>
                                            <p:strVal val="#ppt_h"/>
                                          </p:val>
                                        </p:tav>
                                      </p:tavLst>
                                    </p:anim>
                                    <p:animEffect transition="in" filter="fade">
                                      <p:cBhvr>
                                        <p:cTn id="76" dur="300"/>
                                        <p:tgtEl>
                                          <p:spTgt spid="29"/>
                                        </p:tgtEl>
                                      </p:cBhvr>
                                    </p:animEffect>
                                  </p:childTnLst>
                                </p:cTn>
                              </p:par>
                              <p:par>
                                <p:cTn id="77" presetID="6" presetClass="emph" presetSubtype="0" autoRev="1" fill="hold" grpId="1" nodeType="withEffect">
                                  <p:stCondLst>
                                    <p:cond delay="1800"/>
                                  </p:stCondLst>
                                  <p:childTnLst>
                                    <p:animScale>
                                      <p:cBhvr>
                                        <p:cTn id="78" dur="150" fill="hold"/>
                                        <p:tgtEl>
                                          <p:spTgt spid="29"/>
                                        </p:tgtEl>
                                      </p:cBhvr>
                                      <p:by x="110000" y="110000"/>
                                    </p:animScale>
                                  </p:childTnLst>
                                </p:cTn>
                              </p:par>
                              <p:par>
                                <p:cTn id="79" presetID="53" presetClass="entr" presetSubtype="16" fill="hold" grpId="0" nodeType="withEffect">
                                  <p:stCondLst>
                                    <p:cond delay="1700"/>
                                  </p:stCondLst>
                                  <p:childTnLst>
                                    <p:set>
                                      <p:cBhvr>
                                        <p:cTn id="80" dur="1" fill="hold">
                                          <p:stCondLst>
                                            <p:cond delay="0"/>
                                          </p:stCondLst>
                                        </p:cTn>
                                        <p:tgtEl>
                                          <p:spTgt spid="30"/>
                                        </p:tgtEl>
                                        <p:attrNameLst>
                                          <p:attrName>style.visibility</p:attrName>
                                        </p:attrNameLst>
                                      </p:cBhvr>
                                      <p:to>
                                        <p:strVal val="visible"/>
                                      </p:to>
                                    </p:set>
                                    <p:anim calcmode="lin" valueType="num">
                                      <p:cBhvr>
                                        <p:cTn id="81" dur="300" fill="hold"/>
                                        <p:tgtEl>
                                          <p:spTgt spid="30"/>
                                        </p:tgtEl>
                                        <p:attrNameLst>
                                          <p:attrName>ppt_w</p:attrName>
                                        </p:attrNameLst>
                                      </p:cBhvr>
                                      <p:tavLst>
                                        <p:tav tm="0">
                                          <p:val>
                                            <p:fltVal val="0"/>
                                          </p:val>
                                        </p:tav>
                                        <p:tav tm="100000">
                                          <p:val>
                                            <p:strVal val="#ppt_w"/>
                                          </p:val>
                                        </p:tav>
                                      </p:tavLst>
                                    </p:anim>
                                    <p:anim calcmode="lin" valueType="num">
                                      <p:cBhvr>
                                        <p:cTn id="82" dur="300" fill="hold"/>
                                        <p:tgtEl>
                                          <p:spTgt spid="30"/>
                                        </p:tgtEl>
                                        <p:attrNameLst>
                                          <p:attrName>ppt_h</p:attrName>
                                        </p:attrNameLst>
                                      </p:cBhvr>
                                      <p:tavLst>
                                        <p:tav tm="0">
                                          <p:val>
                                            <p:fltVal val="0"/>
                                          </p:val>
                                        </p:tav>
                                        <p:tav tm="100000">
                                          <p:val>
                                            <p:strVal val="#ppt_h"/>
                                          </p:val>
                                        </p:tav>
                                      </p:tavLst>
                                    </p:anim>
                                    <p:animEffect transition="in" filter="fade">
                                      <p:cBhvr>
                                        <p:cTn id="83" dur="300"/>
                                        <p:tgtEl>
                                          <p:spTgt spid="30"/>
                                        </p:tgtEl>
                                      </p:cBhvr>
                                    </p:animEffect>
                                  </p:childTnLst>
                                </p:cTn>
                              </p:par>
                              <p:par>
                                <p:cTn id="84" presetID="6" presetClass="emph" presetSubtype="0" autoRev="1" fill="hold" grpId="1" nodeType="withEffect">
                                  <p:stCondLst>
                                    <p:cond delay="2000"/>
                                  </p:stCondLst>
                                  <p:childTnLst>
                                    <p:animScale>
                                      <p:cBhvr>
                                        <p:cTn id="85" dur="150" fill="hold"/>
                                        <p:tgtEl>
                                          <p:spTgt spid="30"/>
                                        </p:tgtEl>
                                      </p:cBhvr>
                                      <p:by x="110000" y="110000"/>
                                    </p:animScale>
                                  </p:childTnLst>
                                </p:cTn>
                              </p:par>
                            </p:childTnLst>
                          </p:cTn>
                        </p:par>
                        <p:par>
                          <p:cTn id="86" fill="hold">
                            <p:stCondLst>
                              <p:cond delay="3000"/>
                            </p:stCondLst>
                            <p:childTnLst>
                              <p:par>
                                <p:cTn id="87" presetID="10" presetClass="entr" presetSubtype="0" fill="hold" grpId="0" nodeType="afterEffect">
                                  <p:stCondLst>
                                    <p:cond delay="0"/>
                                  </p:stCondLst>
                                  <p:childTnLst>
                                    <p:set>
                                      <p:cBhvr>
                                        <p:cTn id="88" dur="1" fill="hold">
                                          <p:stCondLst>
                                            <p:cond delay="0"/>
                                          </p:stCondLst>
                                        </p:cTn>
                                        <p:tgtEl>
                                          <p:spTgt spid="17"/>
                                        </p:tgtEl>
                                        <p:attrNameLst>
                                          <p:attrName>style.visibility</p:attrName>
                                        </p:attrNameLst>
                                      </p:cBhvr>
                                      <p:to>
                                        <p:strVal val="visible"/>
                                      </p:to>
                                    </p:set>
                                    <p:animEffect transition="in" filter="fade">
                                      <p:cBhvr>
                                        <p:cTn id="89" dur="500"/>
                                        <p:tgtEl>
                                          <p:spTgt spid="17"/>
                                        </p:tgtEl>
                                      </p:cBhvr>
                                    </p:animEffect>
                                  </p:childTnLst>
                                </p:cTn>
                              </p:par>
                              <p:par>
                                <p:cTn id="90" presetID="2" presetClass="entr" presetSubtype="2" fill="hold" grpId="0" nodeType="withEffect">
                                  <p:stCondLst>
                                    <p:cond delay="0"/>
                                  </p:stCondLst>
                                  <p:childTnLst>
                                    <p:set>
                                      <p:cBhvr>
                                        <p:cTn id="91" dur="1" fill="hold">
                                          <p:stCondLst>
                                            <p:cond delay="0"/>
                                          </p:stCondLst>
                                        </p:cTn>
                                        <p:tgtEl>
                                          <p:spTgt spid="6"/>
                                        </p:tgtEl>
                                        <p:attrNameLst>
                                          <p:attrName>style.visibility</p:attrName>
                                        </p:attrNameLst>
                                      </p:cBhvr>
                                      <p:to>
                                        <p:strVal val="visible"/>
                                      </p:to>
                                    </p:set>
                                    <p:anim calcmode="lin" valueType="num">
                                      <p:cBhvr additive="base">
                                        <p:cTn id="92" dur="500" fill="hold"/>
                                        <p:tgtEl>
                                          <p:spTgt spid="6"/>
                                        </p:tgtEl>
                                        <p:attrNameLst>
                                          <p:attrName>ppt_x</p:attrName>
                                        </p:attrNameLst>
                                      </p:cBhvr>
                                      <p:tavLst>
                                        <p:tav tm="0">
                                          <p:val>
                                            <p:strVal val="1+#ppt_w/2"/>
                                          </p:val>
                                        </p:tav>
                                        <p:tav tm="100000">
                                          <p:val>
                                            <p:strVal val="#ppt_x"/>
                                          </p:val>
                                        </p:tav>
                                      </p:tavLst>
                                    </p:anim>
                                    <p:anim calcmode="lin" valueType="num">
                                      <p:cBhvr additive="base">
                                        <p:cTn id="93" dur="500" fill="hold"/>
                                        <p:tgtEl>
                                          <p:spTgt spid="6"/>
                                        </p:tgtEl>
                                        <p:attrNameLst>
                                          <p:attrName>ppt_y</p:attrName>
                                        </p:attrNameLst>
                                      </p:cBhvr>
                                      <p:tavLst>
                                        <p:tav tm="0">
                                          <p:val>
                                            <p:strVal val="#ppt_y"/>
                                          </p:val>
                                        </p:tav>
                                        <p:tav tm="100000">
                                          <p:val>
                                            <p:strVal val="#ppt_y"/>
                                          </p:val>
                                        </p:tav>
                                      </p:tavLst>
                                    </p:anim>
                                  </p:childTnLst>
                                </p:cTn>
                              </p:par>
                            </p:childTnLst>
                          </p:cTn>
                        </p:par>
                        <p:par>
                          <p:cTn id="94" fill="hold">
                            <p:stCondLst>
                              <p:cond delay="3500"/>
                            </p:stCondLst>
                            <p:childTnLst>
                              <p:par>
                                <p:cTn id="95" presetID="22" presetClass="entr" presetSubtype="4" fill="hold" grpId="0" nodeType="afterEffect">
                                  <p:stCondLst>
                                    <p:cond delay="0"/>
                                  </p:stCondLst>
                                  <p:childTnLst>
                                    <p:set>
                                      <p:cBhvr>
                                        <p:cTn id="96" dur="1" fill="hold">
                                          <p:stCondLst>
                                            <p:cond delay="0"/>
                                          </p:stCondLst>
                                        </p:cTn>
                                        <p:tgtEl>
                                          <p:spTgt spid="7"/>
                                        </p:tgtEl>
                                        <p:attrNameLst>
                                          <p:attrName>style.visibility</p:attrName>
                                        </p:attrNameLst>
                                      </p:cBhvr>
                                      <p:to>
                                        <p:strVal val="visible"/>
                                      </p:to>
                                    </p:set>
                                    <p:animEffect transition="in" filter="wipe(down)">
                                      <p:cBhvr>
                                        <p:cTn id="97" dur="500"/>
                                        <p:tgtEl>
                                          <p:spTgt spid="7"/>
                                        </p:tgtEl>
                                      </p:cBhvr>
                                    </p:animEffect>
                                  </p:childTnLst>
                                </p:cTn>
                              </p:par>
                            </p:childTnLst>
                          </p:cTn>
                        </p:par>
                        <p:par>
                          <p:cTn id="98" fill="hold">
                            <p:stCondLst>
                              <p:cond delay="4000"/>
                            </p:stCondLst>
                            <p:childTnLst>
                              <p:par>
                                <p:cTn id="99" presetID="2" presetClass="entr" presetSubtype="4" fill="hold" nodeType="afterEffect">
                                  <p:stCondLst>
                                    <p:cond delay="0"/>
                                  </p:stCondLst>
                                  <p:childTnLst>
                                    <p:set>
                                      <p:cBhvr>
                                        <p:cTn id="100" dur="1" fill="hold">
                                          <p:stCondLst>
                                            <p:cond delay="0"/>
                                          </p:stCondLst>
                                        </p:cTn>
                                        <p:tgtEl>
                                          <p:spTgt spid="19"/>
                                        </p:tgtEl>
                                        <p:attrNameLst>
                                          <p:attrName>style.visibility</p:attrName>
                                        </p:attrNameLst>
                                      </p:cBhvr>
                                      <p:to>
                                        <p:strVal val="visible"/>
                                      </p:to>
                                    </p:set>
                                    <p:anim calcmode="lin" valueType="num">
                                      <p:cBhvr additive="base">
                                        <p:cTn id="101" dur="1250" fill="hold"/>
                                        <p:tgtEl>
                                          <p:spTgt spid="19"/>
                                        </p:tgtEl>
                                        <p:attrNameLst>
                                          <p:attrName>ppt_x</p:attrName>
                                        </p:attrNameLst>
                                      </p:cBhvr>
                                      <p:tavLst>
                                        <p:tav tm="0">
                                          <p:val>
                                            <p:strVal val="#ppt_x"/>
                                          </p:val>
                                        </p:tav>
                                        <p:tav tm="100000">
                                          <p:val>
                                            <p:strVal val="#ppt_x"/>
                                          </p:val>
                                        </p:tav>
                                      </p:tavLst>
                                    </p:anim>
                                    <p:anim calcmode="lin" valueType="num">
                                      <p:cBhvr additive="base">
                                        <p:cTn id="102" dur="1250" fill="hold"/>
                                        <p:tgtEl>
                                          <p:spTgt spid="19"/>
                                        </p:tgtEl>
                                        <p:attrNameLst>
                                          <p:attrName>ppt_y</p:attrName>
                                        </p:attrNameLst>
                                      </p:cBhvr>
                                      <p:tavLst>
                                        <p:tav tm="0">
                                          <p:val>
                                            <p:strVal val="1+#ppt_h/2"/>
                                          </p:val>
                                        </p:tav>
                                        <p:tav tm="100000">
                                          <p:val>
                                            <p:strVal val="#ppt_y"/>
                                          </p:val>
                                        </p:tav>
                                      </p:tavLst>
                                    </p:anim>
                                  </p:childTnLst>
                                </p:cTn>
                              </p:par>
                              <p:par>
                                <p:cTn id="103" presetID="53" presetClass="entr" presetSubtype="16" fill="hold" grpId="0" nodeType="withEffect">
                                  <p:stCondLst>
                                    <p:cond delay="100"/>
                                  </p:stCondLst>
                                  <p:childTnLst>
                                    <p:set>
                                      <p:cBhvr>
                                        <p:cTn id="104" dur="1" fill="hold">
                                          <p:stCondLst>
                                            <p:cond delay="0"/>
                                          </p:stCondLst>
                                        </p:cTn>
                                        <p:tgtEl>
                                          <p:spTgt spid="39"/>
                                        </p:tgtEl>
                                        <p:attrNameLst>
                                          <p:attrName>style.visibility</p:attrName>
                                        </p:attrNameLst>
                                      </p:cBhvr>
                                      <p:to>
                                        <p:strVal val="visible"/>
                                      </p:to>
                                    </p:set>
                                    <p:anim calcmode="lin" valueType="num">
                                      <p:cBhvr>
                                        <p:cTn id="105" dur="300" fill="hold"/>
                                        <p:tgtEl>
                                          <p:spTgt spid="39"/>
                                        </p:tgtEl>
                                        <p:attrNameLst>
                                          <p:attrName>ppt_w</p:attrName>
                                        </p:attrNameLst>
                                      </p:cBhvr>
                                      <p:tavLst>
                                        <p:tav tm="0">
                                          <p:val>
                                            <p:fltVal val="0"/>
                                          </p:val>
                                        </p:tav>
                                        <p:tav tm="100000">
                                          <p:val>
                                            <p:strVal val="#ppt_w"/>
                                          </p:val>
                                        </p:tav>
                                      </p:tavLst>
                                    </p:anim>
                                    <p:anim calcmode="lin" valueType="num">
                                      <p:cBhvr>
                                        <p:cTn id="106" dur="300" fill="hold"/>
                                        <p:tgtEl>
                                          <p:spTgt spid="39"/>
                                        </p:tgtEl>
                                        <p:attrNameLst>
                                          <p:attrName>ppt_h</p:attrName>
                                        </p:attrNameLst>
                                      </p:cBhvr>
                                      <p:tavLst>
                                        <p:tav tm="0">
                                          <p:val>
                                            <p:fltVal val="0"/>
                                          </p:val>
                                        </p:tav>
                                        <p:tav tm="100000">
                                          <p:val>
                                            <p:strVal val="#ppt_h"/>
                                          </p:val>
                                        </p:tav>
                                      </p:tavLst>
                                    </p:anim>
                                    <p:animEffect transition="in" filter="fade">
                                      <p:cBhvr>
                                        <p:cTn id="107" dur="300"/>
                                        <p:tgtEl>
                                          <p:spTgt spid="39"/>
                                        </p:tgtEl>
                                      </p:cBhvr>
                                    </p:animEffect>
                                  </p:childTnLst>
                                </p:cTn>
                              </p:par>
                              <p:par>
                                <p:cTn id="108" presetID="6" presetClass="emph" presetSubtype="0" autoRev="1" fill="hold" grpId="1" nodeType="withEffect">
                                  <p:stCondLst>
                                    <p:cond delay="400"/>
                                  </p:stCondLst>
                                  <p:childTnLst>
                                    <p:animScale>
                                      <p:cBhvr>
                                        <p:cTn id="109" dur="150" fill="hold"/>
                                        <p:tgtEl>
                                          <p:spTgt spid="39"/>
                                        </p:tgtEl>
                                      </p:cBhvr>
                                      <p:by x="110000" y="110000"/>
                                    </p:animScale>
                                  </p:childTnLst>
                                </p:cTn>
                              </p:par>
                              <p:par>
                                <p:cTn id="110" presetID="53" presetClass="entr" presetSubtype="16" fill="hold" grpId="0" nodeType="withEffect">
                                  <p:stCondLst>
                                    <p:cond delay="600"/>
                                  </p:stCondLst>
                                  <p:childTnLst>
                                    <p:set>
                                      <p:cBhvr>
                                        <p:cTn id="111" dur="1" fill="hold">
                                          <p:stCondLst>
                                            <p:cond delay="0"/>
                                          </p:stCondLst>
                                        </p:cTn>
                                        <p:tgtEl>
                                          <p:spTgt spid="40"/>
                                        </p:tgtEl>
                                        <p:attrNameLst>
                                          <p:attrName>style.visibility</p:attrName>
                                        </p:attrNameLst>
                                      </p:cBhvr>
                                      <p:to>
                                        <p:strVal val="visible"/>
                                      </p:to>
                                    </p:set>
                                    <p:anim calcmode="lin" valueType="num">
                                      <p:cBhvr>
                                        <p:cTn id="112" dur="300" fill="hold"/>
                                        <p:tgtEl>
                                          <p:spTgt spid="40"/>
                                        </p:tgtEl>
                                        <p:attrNameLst>
                                          <p:attrName>ppt_w</p:attrName>
                                        </p:attrNameLst>
                                      </p:cBhvr>
                                      <p:tavLst>
                                        <p:tav tm="0">
                                          <p:val>
                                            <p:fltVal val="0"/>
                                          </p:val>
                                        </p:tav>
                                        <p:tav tm="100000">
                                          <p:val>
                                            <p:strVal val="#ppt_w"/>
                                          </p:val>
                                        </p:tav>
                                      </p:tavLst>
                                    </p:anim>
                                    <p:anim calcmode="lin" valueType="num">
                                      <p:cBhvr>
                                        <p:cTn id="113" dur="300" fill="hold"/>
                                        <p:tgtEl>
                                          <p:spTgt spid="40"/>
                                        </p:tgtEl>
                                        <p:attrNameLst>
                                          <p:attrName>ppt_h</p:attrName>
                                        </p:attrNameLst>
                                      </p:cBhvr>
                                      <p:tavLst>
                                        <p:tav tm="0">
                                          <p:val>
                                            <p:fltVal val="0"/>
                                          </p:val>
                                        </p:tav>
                                        <p:tav tm="100000">
                                          <p:val>
                                            <p:strVal val="#ppt_h"/>
                                          </p:val>
                                        </p:tav>
                                      </p:tavLst>
                                    </p:anim>
                                    <p:animEffect transition="in" filter="fade">
                                      <p:cBhvr>
                                        <p:cTn id="114" dur="300"/>
                                        <p:tgtEl>
                                          <p:spTgt spid="40"/>
                                        </p:tgtEl>
                                      </p:cBhvr>
                                    </p:animEffect>
                                  </p:childTnLst>
                                </p:cTn>
                              </p:par>
                              <p:par>
                                <p:cTn id="115" presetID="6" presetClass="emph" presetSubtype="0" autoRev="1" fill="hold" grpId="1" nodeType="withEffect">
                                  <p:stCondLst>
                                    <p:cond delay="900"/>
                                  </p:stCondLst>
                                  <p:childTnLst>
                                    <p:animScale>
                                      <p:cBhvr>
                                        <p:cTn id="116" dur="150" fill="hold"/>
                                        <p:tgtEl>
                                          <p:spTgt spid="40"/>
                                        </p:tgtEl>
                                      </p:cBhvr>
                                      <p:by x="110000" y="110000"/>
                                    </p:animScale>
                                  </p:childTnLst>
                                </p:cTn>
                              </p:par>
                              <p:par>
                                <p:cTn id="117" presetID="53" presetClass="entr" presetSubtype="16" fill="hold" grpId="0" nodeType="withEffect">
                                  <p:stCondLst>
                                    <p:cond delay="1100"/>
                                  </p:stCondLst>
                                  <p:childTnLst>
                                    <p:set>
                                      <p:cBhvr>
                                        <p:cTn id="118" dur="1" fill="hold">
                                          <p:stCondLst>
                                            <p:cond delay="0"/>
                                          </p:stCondLst>
                                        </p:cTn>
                                        <p:tgtEl>
                                          <p:spTgt spid="41"/>
                                        </p:tgtEl>
                                        <p:attrNameLst>
                                          <p:attrName>style.visibility</p:attrName>
                                        </p:attrNameLst>
                                      </p:cBhvr>
                                      <p:to>
                                        <p:strVal val="visible"/>
                                      </p:to>
                                    </p:set>
                                    <p:anim calcmode="lin" valueType="num">
                                      <p:cBhvr>
                                        <p:cTn id="119" dur="300" fill="hold"/>
                                        <p:tgtEl>
                                          <p:spTgt spid="41"/>
                                        </p:tgtEl>
                                        <p:attrNameLst>
                                          <p:attrName>ppt_w</p:attrName>
                                        </p:attrNameLst>
                                      </p:cBhvr>
                                      <p:tavLst>
                                        <p:tav tm="0">
                                          <p:val>
                                            <p:fltVal val="0"/>
                                          </p:val>
                                        </p:tav>
                                        <p:tav tm="100000">
                                          <p:val>
                                            <p:strVal val="#ppt_w"/>
                                          </p:val>
                                        </p:tav>
                                      </p:tavLst>
                                    </p:anim>
                                    <p:anim calcmode="lin" valueType="num">
                                      <p:cBhvr>
                                        <p:cTn id="120" dur="300" fill="hold"/>
                                        <p:tgtEl>
                                          <p:spTgt spid="41"/>
                                        </p:tgtEl>
                                        <p:attrNameLst>
                                          <p:attrName>ppt_h</p:attrName>
                                        </p:attrNameLst>
                                      </p:cBhvr>
                                      <p:tavLst>
                                        <p:tav tm="0">
                                          <p:val>
                                            <p:fltVal val="0"/>
                                          </p:val>
                                        </p:tav>
                                        <p:tav tm="100000">
                                          <p:val>
                                            <p:strVal val="#ppt_h"/>
                                          </p:val>
                                        </p:tav>
                                      </p:tavLst>
                                    </p:anim>
                                    <p:animEffect transition="in" filter="fade">
                                      <p:cBhvr>
                                        <p:cTn id="121" dur="300"/>
                                        <p:tgtEl>
                                          <p:spTgt spid="41"/>
                                        </p:tgtEl>
                                      </p:cBhvr>
                                    </p:animEffect>
                                  </p:childTnLst>
                                </p:cTn>
                              </p:par>
                              <p:par>
                                <p:cTn id="122" presetID="6" presetClass="emph" presetSubtype="0" autoRev="1" fill="hold" grpId="1" nodeType="withEffect">
                                  <p:stCondLst>
                                    <p:cond delay="1400"/>
                                  </p:stCondLst>
                                  <p:childTnLst>
                                    <p:animScale>
                                      <p:cBhvr>
                                        <p:cTn id="123" dur="150" fill="hold"/>
                                        <p:tgtEl>
                                          <p:spTgt spid="41"/>
                                        </p:tgtEl>
                                      </p:cBhvr>
                                      <p:by x="110000" y="110000"/>
                                    </p:animScale>
                                  </p:childTnLst>
                                </p:cTn>
                              </p:par>
                              <p:par>
                                <p:cTn id="124" presetID="53" presetClass="entr" presetSubtype="16" fill="hold" grpId="0" nodeType="withEffect">
                                  <p:stCondLst>
                                    <p:cond delay="1100"/>
                                  </p:stCondLst>
                                  <p:childTnLst>
                                    <p:set>
                                      <p:cBhvr>
                                        <p:cTn id="125" dur="1" fill="hold">
                                          <p:stCondLst>
                                            <p:cond delay="0"/>
                                          </p:stCondLst>
                                        </p:cTn>
                                        <p:tgtEl>
                                          <p:spTgt spid="42"/>
                                        </p:tgtEl>
                                        <p:attrNameLst>
                                          <p:attrName>style.visibility</p:attrName>
                                        </p:attrNameLst>
                                      </p:cBhvr>
                                      <p:to>
                                        <p:strVal val="visible"/>
                                      </p:to>
                                    </p:set>
                                    <p:anim calcmode="lin" valueType="num">
                                      <p:cBhvr>
                                        <p:cTn id="126" dur="300" fill="hold"/>
                                        <p:tgtEl>
                                          <p:spTgt spid="42"/>
                                        </p:tgtEl>
                                        <p:attrNameLst>
                                          <p:attrName>ppt_w</p:attrName>
                                        </p:attrNameLst>
                                      </p:cBhvr>
                                      <p:tavLst>
                                        <p:tav tm="0">
                                          <p:val>
                                            <p:fltVal val="0"/>
                                          </p:val>
                                        </p:tav>
                                        <p:tav tm="100000">
                                          <p:val>
                                            <p:strVal val="#ppt_w"/>
                                          </p:val>
                                        </p:tav>
                                      </p:tavLst>
                                    </p:anim>
                                    <p:anim calcmode="lin" valueType="num">
                                      <p:cBhvr>
                                        <p:cTn id="127" dur="300" fill="hold"/>
                                        <p:tgtEl>
                                          <p:spTgt spid="42"/>
                                        </p:tgtEl>
                                        <p:attrNameLst>
                                          <p:attrName>ppt_h</p:attrName>
                                        </p:attrNameLst>
                                      </p:cBhvr>
                                      <p:tavLst>
                                        <p:tav tm="0">
                                          <p:val>
                                            <p:fltVal val="0"/>
                                          </p:val>
                                        </p:tav>
                                        <p:tav tm="100000">
                                          <p:val>
                                            <p:strVal val="#ppt_h"/>
                                          </p:val>
                                        </p:tav>
                                      </p:tavLst>
                                    </p:anim>
                                    <p:animEffect transition="in" filter="fade">
                                      <p:cBhvr>
                                        <p:cTn id="128" dur="300"/>
                                        <p:tgtEl>
                                          <p:spTgt spid="42"/>
                                        </p:tgtEl>
                                      </p:cBhvr>
                                    </p:animEffect>
                                  </p:childTnLst>
                                </p:cTn>
                              </p:par>
                              <p:par>
                                <p:cTn id="129" presetID="6" presetClass="emph" presetSubtype="0" autoRev="1" fill="hold" grpId="1" nodeType="withEffect">
                                  <p:stCondLst>
                                    <p:cond delay="1400"/>
                                  </p:stCondLst>
                                  <p:childTnLst>
                                    <p:animScale>
                                      <p:cBhvr>
                                        <p:cTn id="130" dur="150" fill="hold"/>
                                        <p:tgtEl>
                                          <p:spTgt spid="42"/>
                                        </p:tgtEl>
                                      </p:cBhvr>
                                      <p:by x="110000" y="110000"/>
                                    </p:animScale>
                                  </p:childTnLst>
                                </p:cTn>
                              </p:par>
                              <p:par>
                                <p:cTn id="131" presetID="53" presetClass="entr" presetSubtype="16" fill="hold" grpId="0" nodeType="withEffect">
                                  <p:stCondLst>
                                    <p:cond delay="600"/>
                                  </p:stCondLst>
                                  <p:childTnLst>
                                    <p:set>
                                      <p:cBhvr>
                                        <p:cTn id="132" dur="1" fill="hold">
                                          <p:stCondLst>
                                            <p:cond delay="0"/>
                                          </p:stCondLst>
                                        </p:cTn>
                                        <p:tgtEl>
                                          <p:spTgt spid="43"/>
                                        </p:tgtEl>
                                        <p:attrNameLst>
                                          <p:attrName>style.visibility</p:attrName>
                                        </p:attrNameLst>
                                      </p:cBhvr>
                                      <p:to>
                                        <p:strVal val="visible"/>
                                      </p:to>
                                    </p:set>
                                    <p:anim calcmode="lin" valueType="num">
                                      <p:cBhvr>
                                        <p:cTn id="133" dur="300" fill="hold"/>
                                        <p:tgtEl>
                                          <p:spTgt spid="43"/>
                                        </p:tgtEl>
                                        <p:attrNameLst>
                                          <p:attrName>ppt_w</p:attrName>
                                        </p:attrNameLst>
                                      </p:cBhvr>
                                      <p:tavLst>
                                        <p:tav tm="0">
                                          <p:val>
                                            <p:fltVal val="0"/>
                                          </p:val>
                                        </p:tav>
                                        <p:tav tm="100000">
                                          <p:val>
                                            <p:strVal val="#ppt_w"/>
                                          </p:val>
                                        </p:tav>
                                      </p:tavLst>
                                    </p:anim>
                                    <p:anim calcmode="lin" valueType="num">
                                      <p:cBhvr>
                                        <p:cTn id="134" dur="300" fill="hold"/>
                                        <p:tgtEl>
                                          <p:spTgt spid="43"/>
                                        </p:tgtEl>
                                        <p:attrNameLst>
                                          <p:attrName>ppt_h</p:attrName>
                                        </p:attrNameLst>
                                      </p:cBhvr>
                                      <p:tavLst>
                                        <p:tav tm="0">
                                          <p:val>
                                            <p:fltVal val="0"/>
                                          </p:val>
                                        </p:tav>
                                        <p:tav tm="100000">
                                          <p:val>
                                            <p:strVal val="#ppt_h"/>
                                          </p:val>
                                        </p:tav>
                                      </p:tavLst>
                                    </p:anim>
                                    <p:animEffect transition="in" filter="fade">
                                      <p:cBhvr>
                                        <p:cTn id="135" dur="300"/>
                                        <p:tgtEl>
                                          <p:spTgt spid="43"/>
                                        </p:tgtEl>
                                      </p:cBhvr>
                                    </p:animEffect>
                                  </p:childTnLst>
                                </p:cTn>
                              </p:par>
                              <p:par>
                                <p:cTn id="136" presetID="6" presetClass="emph" presetSubtype="0" autoRev="1" fill="hold" grpId="1" nodeType="withEffect">
                                  <p:stCondLst>
                                    <p:cond delay="900"/>
                                  </p:stCondLst>
                                  <p:childTnLst>
                                    <p:animScale>
                                      <p:cBhvr>
                                        <p:cTn id="137" dur="150" fill="hold"/>
                                        <p:tgtEl>
                                          <p:spTgt spid="43"/>
                                        </p:tgtEl>
                                      </p:cBhvr>
                                      <p:by x="110000" y="110000"/>
                                    </p:animScale>
                                  </p:childTnLst>
                                </p:cTn>
                              </p:par>
                              <p:par>
                                <p:cTn id="138" presetID="53" presetClass="entr" presetSubtype="16" fill="hold" grpId="0" nodeType="withEffect">
                                  <p:stCondLst>
                                    <p:cond delay="100"/>
                                  </p:stCondLst>
                                  <p:childTnLst>
                                    <p:set>
                                      <p:cBhvr>
                                        <p:cTn id="139" dur="1" fill="hold">
                                          <p:stCondLst>
                                            <p:cond delay="0"/>
                                          </p:stCondLst>
                                        </p:cTn>
                                        <p:tgtEl>
                                          <p:spTgt spid="44"/>
                                        </p:tgtEl>
                                        <p:attrNameLst>
                                          <p:attrName>style.visibility</p:attrName>
                                        </p:attrNameLst>
                                      </p:cBhvr>
                                      <p:to>
                                        <p:strVal val="visible"/>
                                      </p:to>
                                    </p:set>
                                    <p:anim calcmode="lin" valueType="num">
                                      <p:cBhvr>
                                        <p:cTn id="140" dur="300" fill="hold"/>
                                        <p:tgtEl>
                                          <p:spTgt spid="44"/>
                                        </p:tgtEl>
                                        <p:attrNameLst>
                                          <p:attrName>ppt_w</p:attrName>
                                        </p:attrNameLst>
                                      </p:cBhvr>
                                      <p:tavLst>
                                        <p:tav tm="0">
                                          <p:val>
                                            <p:fltVal val="0"/>
                                          </p:val>
                                        </p:tav>
                                        <p:tav tm="100000">
                                          <p:val>
                                            <p:strVal val="#ppt_w"/>
                                          </p:val>
                                        </p:tav>
                                      </p:tavLst>
                                    </p:anim>
                                    <p:anim calcmode="lin" valueType="num">
                                      <p:cBhvr>
                                        <p:cTn id="141" dur="300" fill="hold"/>
                                        <p:tgtEl>
                                          <p:spTgt spid="44"/>
                                        </p:tgtEl>
                                        <p:attrNameLst>
                                          <p:attrName>ppt_h</p:attrName>
                                        </p:attrNameLst>
                                      </p:cBhvr>
                                      <p:tavLst>
                                        <p:tav tm="0">
                                          <p:val>
                                            <p:fltVal val="0"/>
                                          </p:val>
                                        </p:tav>
                                        <p:tav tm="100000">
                                          <p:val>
                                            <p:strVal val="#ppt_h"/>
                                          </p:val>
                                        </p:tav>
                                      </p:tavLst>
                                    </p:anim>
                                    <p:animEffect transition="in" filter="fade">
                                      <p:cBhvr>
                                        <p:cTn id="142" dur="300"/>
                                        <p:tgtEl>
                                          <p:spTgt spid="44"/>
                                        </p:tgtEl>
                                      </p:cBhvr>
                                    </p:animEffect>
                                  </p:childTnLst>
                                </p:cTn>
                              </p:par>
                              <p:par>
                                <p:cTn id="143" presetID="6" presetClass="emph" presetSubtype="0" autoRev="1" fill="hold" grpId="1" nodeType="withEffect">
                                  <p:stCondLst>
                                    <p:cond delay="400"/>
                                  </p:stCondLst>
                                  <p:childTnLst>
                                    <p:animScale>
                                      <p:cBhvr>
                                        <p:cTn id="144" dur="150" fill="hold"/>
                                        <p:tgtEl>
                                          <p:spTgt spid="4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9" grpId="1"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6" grpId="0" animBg="1"/>
      <p:bldP spid="7" grpId="0"/>
      <p:bldP spid="17" grpId="0" animBg="1"/>
      <p:bldP spid="18" grpId="0" animBg="1"/>
      <p:bldP spid="20" grpId="0" animBg="1"/>
      <p:bldP spid="21" grpId="0" animBg="1"/>
      <p:bldP spid="22" grpId="0" animBg="1"/>
      <p:bldP spid="23" grpId="0" animBg="1"/>
      <p:bldP spid="24" grpId="0" animBg="1"/>
      <p:bldP spid="25" grpId="0" animBg="1"/>
      <p:bldP spid="25" grpId="1" animBg="1"/>
      <p:bldP spid="26" grpId="0"/>
      <p:bldP spid="26" grpId="1"/>
      <p:bldP spid="27" grpId="0" animBg="1"/>
      <p:bldP spid="27" grpId="1" animBg="1"/>
      <p:bldP spid="28" grpId="0"/>
      <p:bldP spid="28" grpId="1"/>
      <p:bldP spid="29" grpId="0" animBg="1"/>
      <p:bldP spid="29" grpId="1" animBg="1"/>
      <p:bldP spid="30" grpId="0"/>
      <p:bldP spid="30" grpId="1"/>
      <p:bldP spid="31" grpId="0" animBg="1"/>
      <p:bldP spid="31" grpId="1" animBg="1"/>
      <p:bldP spid="32" grpId="0"/>
      <p:bldP spid="32" grpId="1"/>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TRACKING_SLIDES" val="1"/>
  <p:tag name="GENSWF_OUTPUT_FILE_NAME" val="3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炫彩扁平2">
      <a:dk1>
        <a:srgbClr val="000000"/>
      </a:dk1>
      <a:lt1>
        <a:srgbClr val="FFFFFF"/>
      </a:lt1>
      <a:dk2>
        <a:srgbClr val="44546A"/>
      </a:dk2>
      <a:lt2>
        <a:srgbClr val="E7E6E6"/>
      </a:lt2>
      <a:accent1>
        <a:srgbClr val="FFBF53"/>
      </a:accent1>
      <a:accent2>
        <a:srgbClr val="F17475"/>
      </a:accent2>
      <a:accent3>
        <a:srgbClr val="01B3C5"/>
      </a:accent3>
      <a:accent4>
        <a:srgbClr val="77448C"/>
      </a:accent4>
      <a:accent5>
        <a:srgbClr val="00AF92"/>
      </a:accent5>
      <a:accent6>
        <a:srgbClr val="C65885"/>
      </a:accent6>
      <a:hlink>
        <a:srgbClr val="FCC79F"/>
      </a:hlink>
      <a:folHlink>
        <a:srgbClr val="869FB7"/>
      </a:folHlink>
    </a:clrScheme>
    <a:fontScheme name="font">
      <a:majorFont>
        <a:latin typeface="等线 Light"/>
        <a:ea typeface="等线 Light"/>
        <a:cs typeface=""/>
      </a:majorFont>
      <a:minorFont>
        <a:latin typeface="等线"/>
        <a:ea typeface="等线"/>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1737</TotalTime>
  <Words>1095</Words>
  <Application>Microsoft Office PowerPoint</Application>
  <PresentationFormat>自定义</PresentationFormat>
  <Paragraphs>89</Paragraphs>
  <Slides>19</Slides>
  <Notes>19</Notes>
  <HiddenSlides>0</HiddenSlides>
  <MMClips>0</MMClips>
  <ScaleCrop>false</ScaleCrop>
  <HeadingPairs>
    <vt:vector size="6" baseType="variant">
      <vt:variant>
        <vt:lpstr>已用的字体</vt:lpstr>
      </vt:variant>
      <vt:variant>
        <vt:i4>10</vt:i4>
      </vt:variant>
      <vt:variant>
        <vt:lpstr>主题</vt:lpstr>
      </vt:variant>
      <vt:variant>
        <vt:i4>10</vt:i4>
      </vt:variant>
      <vt:variant>
        <vt:lpstr>幻灯片标题</vt:lpstr>
      </vt:variant>
      <vt:variant>
        <vt:i4>19</vt:i4>
      </vt:variant>
    </vt:vector>
  </HeadingPairs>
  <TitlesOfParts>
    <vt:vector size="39" baseType="lpstr">
      <vt:lpstr>ITC Avant Garde Std Bk</vt:lpstr>
      <vt:lpstr>LiHei Pro</vt:lpstr>
      <vt:lpstr>Signika</vt:lpstr>
      <vt:lpstr>等线</vt:lpstr>
      <vt:lpstr>等线 Light</vt:lpstr>
      <vt:lpstr>迷你简汉真广标</vt:lpstr>
      <vt:lpstr>微软雅黑</vt:lpstr>
      <vt:lpstr>Arial</vt:lpstr>
      <vt:lpstr>Calibri</vt:lpstr>
      <vt:lpstr>Impact</vt:lpstr>
      <vt:lpstr>Office 主题​​</vt:lpstr>
      <vt:lpstr>1_Office Theme</vt:lpstr>
      <vt:lpstr>2_Office Theme</vt:lpstr>
      <vt:lpstr>3_Office Theme</vt:lpstr>
      <vt:lpstr>4_Office Theme</vt:lpstr>
      <vt:lpstr>5_Office Theme</vt:lpstr>
      <vt:lpstr>6_Office Theme</vt:lpstr>
      <vt:lpstr>7_Office Theme</vt:lpstr>
      <vt:lpstr>8_Office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书签式三项并列关系图表</dc:title>
  <dc:creator>梁杰</dc:creator>
  <cp:lastModifiedBy>lifeng Qiao</cp:lastModifiedBy>
  <cp:revision>918</cp:revision>
  <dcterms:created xsi:type="dcterms:W3CDTF">2015-12-01T09:06:39Z</dcterms:created>
  <dcterms:modified xsi:type="dcterms:W3CDTF">2026-03-16T10:48:56Z</dcterms:modified>
</cp:coreProperties>
</file>